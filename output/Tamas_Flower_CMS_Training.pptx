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63473d7354a00" /><Relationship Type="http://schemas.openxmlformats.org/officeDocument/2006/relationships/extended-properties" Target="/docProps/app.xml" Id="Rd81f199083ca4ad2" /><Relationship Type="http://schemas.openxmlformats.org/officeDocument/2006/relationships/officeDocument" Target="/ppt/presentation.xml" Id="R7466ed1c6b63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09f9e39154fd3"/>
  </p:sldMasterIdLst>
  <p:notesMasterIdLst>
    <p:notesMasterId xmlns:r="http://schemas.openxmlformats.org/officeDocument/2006/relationships" r:id="R8ec7998ccdef4a60"/>
  </p:notesMasterIdLst>
  <p:sldIdLst>
    <p:sldId xmlns:r="http://schemas.openxmlformats.org/officeDocument/2006/relationships" id="256" r:id="Ra6171468713f4cf9"/>
    <p:sldId xmlns:r="http://schemas.openxmlformats.org/officeDocument/2006/relationships" id="257" r:id="R45b0806f1efe4306"/>
    <p:sldId xmlns:r="http://schemas.openxmlformats.org/officeDocument/2006/relationships" id="258" r:id="R230b527573ef46af"/>
    <p:sldId xmlns:r="http://schemas.openxmlformats.org/officeDocument/2006/relationships" id="259" r:id="Rfa11a95a13e34aa8"/>
    <p:sldId xmlns:r="http://schemas.openxmlformats.org/officeDocument/2006/relationships" id="260" r:id="Rccf4f760b9fe46d6"/>
    <p:sldId xmlns:r="http://schemas.openxmlformats.org/officeDocument/2006/relationships" id="261" r:id="R33e13f8c47134b79"/>
    <p:sldId xmlns:r="http://schemas.openxmlformats.org/officeDocument/2006/relationships" id="262" r:id="Rced5e0f15bc84d64"/>
    <p:sldId xmlns:r="http://schemas.openxmlformats.org/officeDocument/2006/relationships" id="263" r:id="R8fc048633d214ee0"/>
    <p:sldId xmlns:r="http://schemas.openxmlformats.org/officeDocument/2006/relationships" id="264" r:id="R25b580058a4e4096"/>
    <p:sldId xmlns:r="http://schemas.openxmlformats.org/officeDocument/2006/relationships" id="265" r:id="Rfdc476cfe0654f8c"/>
    <p:sldId xmlns:r="http://schemas.openxmlformats.org/officeDocument/2006/relationships" id="266" r:id="R9fca18ad78524263"/>
    <p:sldId xmlns:r="http://schemas.openxmlformats.org/officeDocument/2006/relationships" id="267" r:id="R74ac52914be945c3"/>
    <p:sldId xmlns:r="http://schemas.openxmlformats.org/officeDocument/2006/relationships" id="268" r:id="Reb1d7032337c422e"/>
    <p:sldId xmlns:r="http://schemas.openxmlformats.org/officeDocument/2006/relationships" id="269" r:id="R1b991a5c41604aa4"/>
    <p:sldId xmlns:r="http://schemas.openxmlformats.org/officeDocument/2006/relationships" id="270" r:id="R7209abfb48db40bc"/>
    <p:sldId xmlns:r="http://schemas.openxmlformats.org/officeDocument/2006/relationships" id="271" r:id="R77c4e1d1de3a4590"/>
    <p:sldId xmlns:r="http://schemas.openxmlformats.org/officeDocument/2006/relationships" id="272" r:id="R08dcb50f50d7417e"/>
    <p:sldId xmlns:r="http://schemas.openxmlformats.org/officeDocument/2006/relationships" id="273" r:id="R958c6160b7a0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9638fef7e4dc7" /><Relationship Type="http://schemas.openxmlformats.org/officeDocument/2006/relationships/slideMaster" Target="/ppt/slideMasters/slideMaster1.xml" Id="R4e409f9e39154fd3" /><Relationship Type="http://schemas.openxmlformats.org/officeDocument/2006/relationships/notesMaster" Target="/ppt/notesMasters/notesMaster1.xml" Id="R8ec7998ccdef4a60" /><Relationship Type="http://schemas.openxmlformats.org/officeDocument/2006/relationships/presProps" Target="/ppt/presProps.xml" Id="Rbb92ff7cfd464d8f" /><Relationship Type="http://schemas.openxmlformats.org/officeDocument/2006/relationships/tableStyles" Target="/ppt/tableStyles.xml" Id="R15cd3af5f92d44bb" /><Relationship Type="http://schemas.openxmlformats.org/officeDocument/2006/relationships/slide" Target="/ppt/slides/slide1.xml" Id="Ra6171468713f4cf9" /><Relationship Type="http://schemas.openxmlformats.org/officeDocument/2006/relationships/slide" Target="/ppt/slides/slide2.xml" Id="R45b0806f1efe4306" /><Relationship Type="http://schemas.openxmlformats.org/officeDocument/2006/relationships/slide" Target="/ppt/slides/slide3.xml" Id="R230b527573ef46af" /><Relationship Type="http://schemas.openxmlformats.org/officeDocument/2006/relationships/slide" Target="/ppt/slides/slide4.xml" Id="Rfa11a95a13e34aa8" /><Relationship Type="http://schemas.openxmlformats.org/officeDocument/2006/relationships/slide" Target="/ppt/slides/slide5.xml" Id="Rccf4f760b9fe46d6" /><Relationship Type="http://schemas.openxmlformats.org/officeDocument/2006/relationships/slide" Target="/ppt/slides/slide6.xml" Id="R33e13f8c47134b79" /><Relationship Type="http://schemas.openxmlformats.org/officeDocument/2006/relationships/slide" Target="/ppt/slides/slide7.xml" Id="Rced5e0f15bc84d64" /><Relationship Type="http://schemas.openxmlformats.org/officeDocument/2006/relationships/slide" Target="/ppt/slides/slide8.xml" Id="R8fc048633d214ee0" /><Relationship Type="http://schemas.openxmlformats.org/officeDocument/2006/relationships/slide" Target="/ppt/slides/slide9.xml" Id="R25b580058a4e4096" /><Relationship Type="http://schemas.openxmlformats.org/officeDocument/2006/relationships/slide" Target="/ppt/slides/slide10.xml" Id="Rfdc476cfe0654f8c" /><Relationship Type="http://schemas.openxmlformats.org/officeDocument/2006/relationships/slide" Target="/ppt/slides/slide11.xml" Id="R9fca18ad78524263" /><Relationship Type="http://schemas.openxmlformats.org/officeDocument/2006/relationships/slide" Target="/ppt/slides/slide12.xml" Id="R74ac52914be945c3" /><Relationship Type="http://schemas.openxmlformats.org/officeDocument/2006/relationships/slide" Target="/ppt/slides/slide13.xml" Id="Reb1d7032337c422e" /><Relationship Type="http://schemas.openxmlformats.org/officeDocument/2006/relationships/slide" Target="/ppt/slides/slide14.xml" Id="R1b991a5c41604aa4" /><Relationship Type="http://schemas.openxmlformats.org/officeDocument/2006/relationships/slide" Target="/ppt/slides/slide15.xml" Id="R7209abfb48db40bc" /><Relationship Type="http://schemas.openxmlformats.org/officeDocument/2006/relationships/slide" Target="/ppt/slides/slide16.xml" Id="R77c4e1d1de3a4590" /><Relationship Type="http://schemas.openxmlformats.org/officeDocument/2006/relationships/slide" Target="/ppt/slides/slide17.xml" Id="R08dcb50f50d7417e" /><Relationship Type="http://schemas.openxmlformats.org/officeDocument/2006/relationships/slide" Target="/ppt/slides/slide18.xml" Id="R958c6160b7a0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084f65819345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768e3fb4948dd" /><Relationship Type="http://schemas.openxmlformats.org/officeDocument/2006/relationships/notesMaster" Target="/ppt/notesMasters/notesMaster1.xml" Id="R73bbcc0d5657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7c65cf2404a71" /><Relationship Type="http://schemas.openxmlformats.org/officeDocument/2006/relationships/notesMaster" Target="/ppt/notesMasters/notesMaster1.xml" Id="R4d63e0fb53b2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2c2af3de847cc" /><Relationship Type="http://schemas.openxmlformats.org/officeDocument/2006/relationships/notesMaster" Target="/ppt/notesMasters/notesMaster1.xml" Id="Re98281e327284b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7efc8896849c7" /><Relationship Type="http://schemas.openxmlformats.org/officeDocument/2006/relationships/notesMaster" Target="/ppt/notesMasters/notesMaster1.xml" Id="R106b7d42813f4e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4eb4217014e91" /><Relationship Type="http://schemas.openxmlformats.org/officeDocument/2006/relationships/notesMaster" Target="/ppt/notesMasters/notesMaster1.xml" Id="Rdf67301cce254d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04a668817483a" /><Relationship Type="http://schemas.openxmlformats.org/officeDocument/2006/relationships/notesMaster" Target="/ppt/notesMasters/notesMaster1.xml" Id="R956ae6345cc340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d24de0df1f4d93" /><Relationship Type="http://schemas.openxmlformats.org/officeDocument/2006/relationships/notesMaster" Target="/ppt/notesMasters/notesMaster1.xml" Id="R01e1b0e9bea949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352d53a58f4a8b" /><Relationship Type="http://schemas.openxmlformats.org/officeDocument/2006/relationships/notesMaster" Target="/ppt/notesMasters/notesMaster1.xml" Id="R542ba1960ffd4f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1b452c7e5e46b3" /><Relationship Type="http://schemas.openxmlformats.org/officeDocument/2006/relationships/notesMaster" Target="/ppt/notesMasters/notesMaster1.xml" Id="Rf6715c787342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612b51c75840ba" /><Relationship Type="http://schemas.openxmlformats.org/officeDocument/2006/relationships/notesMaster" Target="/ppt/notesMasters/notesMaster1.xml" Id="R7f930457a63443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2e4c083d3c441c" /><Relationship Type="http://schemas.openxmlformats.org/officeDocument/2006/relationships/notesMaster" Target="/ppt/notesMasters/notesMaster1.xml" Id="Re9bfb2a9769843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51f82d53ae4c51" /><Relationship Type="http://schemas.openxmlformats.org/officeDocument/2006/relationships/notesMaster" Target="/ppt/notesMasters/notesMaster1.xml" Id="Rcb3dbab7844248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f5ddbc9da74e10" /><Relationship Type="http://schemas.openxmlformats.org/officeDocument/2006/relationships/notesMaster" Target="/ppt/notesMasters/notesMaster1.xml" Id="Rbd45ccf194a043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e8b0420cc1473c" /><Relationship Type="http://schemas.openxmlformats.org/officeDocument/2006/relationships/notesMaster" Target="/ppt/notesMasters/notesMaster1.xml" Id="R4c94c982648149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e475effc2645a6" /><Relationship Type="http://schemas.openxmlformats.org/officeDocument/2006/relationships/notesMaster" Target="/ppt/notesMasters/notesMaster1.xml" Id="R5d17a98001e14d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36e29ca6b84d41" /><Relationship Type="http://schemas.openxmlformats.org/officeDocument/2006/relationships/notesMaster" Target="/ppt/notesMasters/notesMaster1.xml" Id="R5a480a61a21c47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7bc629bc784ea1" /><Relationship Type="http://schemas.openxmlformats.org/officeDocument/2006/relationships/notesMaster" Target="/ppt/notesMasters/notesMaster1.xml" Id="R932396a0120d48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f84bf01ec4848" /><Relationship Type="http://schemas.openxmlformats.org/officeDocument/2006/relationships/notesMaster" Target="/ppt/notesMasters/notesMaster1.xml" Id="Rb24891ca41e4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đầu: Hôm nay chị chỉ cần nhớ cách quản lý sản phẩm. Những phần kỹ thuật sẽ do developer phụ trách.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Chỉ hai link này là cần dùng hằng ngày. Website là nơi khách xem; CMS là nơi chị quản lý.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ngắn: chị chỉ nhập nội dung, sau đó bấm Publish. Website tự nhận phần còn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ảnh chụp thật ngày 25/09/2026. Trỏ vào nút Google và nhắc chị không dùng Email/password.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quyền: Sanity gắn membership với phương thức đăng nhập. Mời email cho tài khoản Google và dùng Google để đăng nhập. Nguồn: Sanity Roles, cập nhật 09/09/2026.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 login, vào mục Sản phẩm. Không cần chạm vào các mục cài đặt kỹ thuật.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Chưa cần nhập hoàn hảo ngay lần đầu. Đi theo đúng thứ tự này để không bỏ sót các mục cần thiết.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đúng danh mục. Trên website, Hộp hoa hiển thị với tên Flower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trực tiếp cách kéo ba ảnh vào. Nhắc chị ảnh đầu tiên là ảnh đại diện và giới hạn tối đa là năm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Đưa một ví dụ thật: 450000. Nói rằng chữ đ và Từ do website tự hiển thị.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thông tin màu sắc và dịp tặng giúp khách tìm ở catalog và giúp sản phẩm hiện trên trang dịp tặng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Khi tạm ngưng bán, tắt Đang hiển thị trên website rồi Publish. Cách này giữ lại dữ liệu để dùng lại sau.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điểm cần nói rõ để chị không hiểu nhầm. Đừng hứa bật Featured sẽ tự lên trang chủ.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thao tác Publish. Nhắc chị chỉ cần nhấn một lần rồi chờ vài giây.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thực tế đã được kiểm tra ở /san-pham và /san-pham/forever-pink. Khi training, cho chị tự tìm sản phẩm vừa tạo.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Xóa là thao tác cuối cùng. Luôn ưu tiên tắt Đang hiển thị trên website khi chưa chắc.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Chị không cần tự xử lý phần kỹ thuật. Nếu 4 bước này không giải quyết được, gửi ảnh chụp màn hình cho developer.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slide này. Khuyến khích chị lưu bài trình chiếu và file cheat sheet để tự xem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4be939bf5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c5f322862444fd" /><Relationship Type="http://schemas.openxmlformats.org/officeDocument/2006/relationships/slideLayout" Target="/ppt/slideLayouts/slideLayout1.xml" Id="R7d1cd2581f7540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cd2581f7540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2efae37c24cd3" /><Relationship Type="http://schemas.openxmlformats.org/officeDocument/2006/relationships/image" Target="/ppt/media/image.jpeg" Id="R625833fae2994518" /><Relationship Type="http://schemas.openxmlformats.org/officeDocument/2006/relationships/image" Target="/ppt/media/image.png" Id="R40da507fb17a480c" /><Relationship Type="http://schemas.openxmlformats.org/officeDocument/2006/relationships/notesSlide" Target="/ppt/notesSlides/notesSlide1.xml" Id="R1dd05c60fec049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ca917486a4a79" /><Relationship Type="http://schemas.openxmlformats.org/officeDocument/2006/relationships/image" Target="/ppt/media/image2.jpeg" Id="Rc6b693cd1fdc4cfa" /><Relationship Type="http://schemas.openxmlformats.org/officeDocument/2006/relationships/notesSlide" Target="/ppt/notesSlides/notesSlide2.xml" Id="R4e7d21f8fef6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7d5313cab4c71" /><Relationship Type="http://schemas.openxmlformats.org/officeDocument/2006/relationships/notesSlide" Target="/ppt/notesSlides/notesSlide3.xml" Id="R20d951fdcba9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c0bfcaeb4424" /><Relationship Type="http://schemas.openxmlformats.org/officeDocument/2006/relationships/image" Target="/ppt/media/image2.png" Id="Rc439e63cabc34a0f" /><Relationship Type="http://schemas.openxmlformats.org/officeDocument/2006/relationships/notesSlide" Target="/ppt/notesSlides/notesSlide4.xml" Id="Rf6277ac265dd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16675332f436b" /><Relationship Type="http://schemas.openxmlformats.org/officeDocument/2006/relationships/image" Target="/ppt/media/image3.jpeg" Id="R4290255c76c54b37" /><Relationship Type="http://schemas.openxmlformats.org/officeDocument/2006/relationships/notesSlide" Target="/ppt/notesSlides/notesSlide5.xml" Id="R1ff1365bd51243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33b6bcc4d4bfd" /><Relationship Type="http://schemas.openxmlformats.org/officeDocument/2006/relationships/image" Target="/ppt/media/image4.jpeg" Id="R1605b74c48d44270" /><Relationship Type="http://schemas.openxmlformats.org/officeDocument/2006/relationships/notesSlide" Target="/ppt/notesSlides/notesSlide6.xml" Id="Rf6835f73655b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0d91511b46ae" /><Relationship Type="http://schemas.openxmlformats.org/officeDocument/2006/relationships/image" Target="/ppt/media/image5.jpeg" Id="R777af87e53cb4436" /><Relationship Type="http://schemas.openxmlformats.org/officeDocument/2006/relationships/image" Target="/ppt/media/image6.jpeg" Id="R52b9edfefc3f4bab" /><Relationship Type="http://schemas.openxmlformats.org/officeDocument/2006/relationships/image" Target="/ppt/media/image7.jpeg" Id="Rf20e6a6c03af4319" /><Relationship Type="http://schemas.openxmlformats.org/officeDocument/2006/relationships/notesSlide" Target="/ppt/notesSlides/notesSlide7.xml" Id="Rfb3899592f78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ff2d571494c25" /><Relationship Type="http://schemas.openxmlformats.org/officeDocument/2006/relationships/image" Target="/ppt/media/image8.jpeg" Id="R61f38ce1b06f451b" /><Relationship Type="http://schemas.openxmlformats.org/officeDocument/2006/relationships/notesSlide" Target="/ppt/notesSlides/notesSlide8.xml" Id="R255d216241ed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57db257844a44" /><Relationship Type="http://schemas.openxmlformats.org/officeDocument/2006/relationships/image" Target="/ppt/media/image9.jpeg" Id="R742d69a69b05461d" /><Relationship Type="http://schemas.openxmlformats.org/officeDocument/2006/relationships/image" Target="/ppt/media/image10.jpeg" Id="R25071836007948b8" /><Relationship Type="http://schemas.openxmlformats.org/officeDocument/2006/relationships/image" Target="/ppt/media/image11.jpeg" Id="Ra648e88dead743a3" /><Relationship Type="http://schemas.openxmlformats.org/officeDocument/2006/relationships/notesSlide" Target="/ppt/notesSlides/notesSlide9.xml" Id="Rc3dbf2e1d6f840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90a8127af44a2" /><Relationship Type="http://schemas.openxmlformats.org/officeDocument/2006/relationships/image" Target="/ppt/media/image12.jpeg" Id="R22b0a3d5e881479d" /><Relationship Type="http://schemas.openxmlformats.org/officeDocument/2006/relationships/notesSlide" Target="/ppt/notesSlides/notesSlide10.xml" Id="R94c69df3a57348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96a9b6de148c5" /><Relationship Type="http://schemas.openxmlformats.org/officeDocument/2006/relationships/image" Target="/ppt/media/image13.jpeg" Id="Ra255c71f9f994f23" /><Relationship Type="http://schemas.openxmlformats.org/officeDocument/2006/relationships/notesSlide" Target="/ppt/notesSlides/notesSlide11.xml" Id="R62d5d0752e0e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adb9940074f5f" /><Relationship Type="http://schemas.openxmlformats.org/officeDocument/2006/relationships/image" Target="/ppt/media/image14.jpeg" Id="Rc5d6dc4e603a4e76" /><Relationship Type="http://schemas.openxmlformats.org/officeDocument/2006/relationships/notesSlide" Target="/ppt/notesSlides/notesSlide12.xml" Id="R59be66ff0e5445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5beac76994108" /><Relationship Type="http://schemas.openxmlformats.org/officeDocument/2006/relationships/image" Target="/ppt/media/image15.jpeg" Id="R3c4c7bbc519e4d48" /><Relationship Type="http://schemas.openxmlformats.org/officeDocument/2006/relationships/notesSlide" Target="/ppt/notesSlides/notesSlide13.xml" Id="R44c466f4427b4a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64036644a4e6f" /><Relationship Type="http://schemas.openxmlformats.org/officeDocument/2006/relationships/image" Target="/ppt/media/image16.jpeg" Id="R5455759360ef47a5" /><Relationship Type="http://schemas.openxmlformats.org/officeDocument/2006/relationships/notesSlide" Target="/ppt/notesSlides/notesSlide14.xml" Id="R0018943574e945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0bd90b5f4fd4" /><Relationship Type="http://schemas.openxmlformats.org/officeDocument/2006/relationships/image" Target="/ppt/media/image17.jpeg" Id="Rbee61642c93a4deb" /><Relationship Type="http://schemas.openxmlformats.org/officeDocument/2006/relationships/notesSlide" Target="/ppt/notesSlides/notesSlide15.xml" Id="R1deba08aaa5942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bbbbb8a84ce7" /><Relationship Type="http://schemas.openxmlformats.org/officeDocument/2006/relationships/image" Target="/ppt/media/image18.jpeg" Id="R0ef2423af20f4247" /><Relationship Type="http://schemas.openxmlformats.org/officeDocument/2006/relationships/image" Target="/ppt/media/image19.jpeg" Id="Rfab0d17538ca4a55" /><Relationship Type="http://schemas.openxmlformats.org/officeDocument/2006/relationships/image" Target="/ppt/media/image20.jpeg" Id="R40c6e3fcf4cc4d41" /><Relationship Type="http://schemas.openxmlformats.org/officeDocument/2006/relationships/notesSlide" Target="/ppt/notesSlides/notesSlide16.xml" Id="R063480fcd3164a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4c11f170045c0" /><Relationship Type="http://schemas.openxmlformats.org/officeDocument/2006/relationships/image" Target="/ppt/media/image21.jpeg" Id="R90b1dbb887554a5b" /><Relationship Type="http://schemas.openxmlformats.org/officeDocument/2006/relationships/notesSlide" Target="/ppt/notesSlides/notesSlide17.xml" Id="Rf8c5e556cff94c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675847a346ca" /><Relationship Type="http://schemas.openxmlformats.org/officeDocument/2006/relationships/notesSlide" Target="/ppt/notesSlides/notesSlide18.xml" Id="R092d5c00124d47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833fae2994518"/>
          <a:srcRect xmlns:a="http://schemas.openxmlformats.org/drawingml/2006/main" l="26863" t="0" r="26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559AD-3D7D-4151-B259-C4DC885A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5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a507fb17a480c"/>
          <a:srcRect xmlns:a="http://schemas.openxmlformats.org/drawingml/2006/main" l="0" t="31667" r="0" b="3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2450"/>
            <a:ext cx="11430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34728-39E6-4B09-84C8-A46C393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Tamas Flower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A5C57-6B7B-4B41-95EA-FAA3035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Hướng dẫn quản lý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16D19-B6DC-4BEE-84C8-759E423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670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CMS &amp;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9FF4B-FC8D-4634-A882-DAB959C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80176-3F34-4ACC-AA81-3CDA7CD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Dành cho chị chủ shop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cần biết kỹ thuật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DA5E6-819C-462A-8644-1734126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Bản training nội bộ · 25.09.2026</a:t>
            </a:r>
          </a:p>
        </p:txBody>
      </p:sp>
    </p:spTree>
    <p:extLst>
      <p:ext uri="{BB962C8B-B14F-4D97-AF65-F5344CB8AC3E}">
        <p14:creationId xmlns:p14="http://schemas.microsoft.com/office/powerpoint/2010/main" val="1120146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F480-B0EC-4812-B173-12C70F3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Chị cần nhớ đúng 2 nơi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6A467-FC32-4B76-B455-D36DF62C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cả hai link vào Dấu trang để mở lại khi cần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693cd1fdc4cfa"/>
          <a:srcRect xmlns:a="http://schemas.openxmlformats.org/drawingml/2006/main" l="0" t="13542" r="0" b="13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305050"/>
            <a:ext cx="45720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F648-54E8-4EF2-AD2E-D9CA3C3E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992A4-D2B4-48BD-971D-41689F7F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98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 khách xem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E3F7B-F30C-4910-A99B-BA97718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6407F-16A3-44FA-A337-2C8EC8D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575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B194-F433-4B05-BE92-1B12ABF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DC95F-EC87-41BB-9017-78EFB49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Trang quản lý 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838D4-708D-4997-B0D2-4D7618BA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tamas-flower-store-olive.vercel.app/admin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C01A9-5CE2-4D6F-8C80-180B331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CMS là nơi chị thêm, sửa, ẩn sản phẩm.</a:t>
            </a:r>
          </a:p>
        </p:txBody>
      </p:sp>
    </p:spTree>
    <p:extLst>
      <p:ext uri="{BB962C8B-B14F-4D97-AF65-F5344CB8AC3E}">
        <p14:creationId xmlns:p14="http://schemas.microsoft.com/office/powerpoint/2010/main" val="1493146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3BAB4-1476-42B0-A5F7-E1D3668C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đi từ CMS ra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BB101-28C9-4B97-84BC-A68531A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cập nhật trong CMS, sau đó nhấn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64178-C3A0-4E54-8766-00498C1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0735E-FF8D-43BD-B4E4-151DB1A7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ED04-F219-4474-A9CD-E356323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Nhập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ED05A-673C-4B53-9292-ACBA871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Tên, ảnh, giá, mô tả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06446-0C65-4E22-85FE-564DC8D7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146A2-3110-410E-921E-6064A109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0AF05-1E6F-4E19-BF01-7C84A09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Nhấn 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C5359-E65F-4CA1-B2CE-9C036FF6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Lưu thay đổi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65623-4592-40DA-B25B-523ED78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4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B91D4-12F7-4BA2-92B9-A9949F3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AD61A-66C1-458C-9510-E8A24B08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Khách xem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5F037-62CC-4A72-974B-2DBDA014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435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Catalog và trang chi tiết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76420-7E7B-4B58-9497-A62024E0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40DCE-09C1-4F67-A322-0C09053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</p:spTree>
    <p:extLst>
      <p:ext uri="{BB962C8B-B14F-4D97-AF65-F5344CB8AC3E}">
        <p14:creationId xmlns:p14="http://schemas.microsoft.com/office/powerpoint/2010/main" val="793056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9E512-BDD4-43F2-B0B9-5158C61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Đăng nhập bằng Google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4A7BD-F164-4A73-86B6-77669F9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dùng đúng Gmail đã được mời vào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5146-1176-4772-AEC3-561C398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Không cần tạo mật khẩu Sanity riêng.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4D4F-EAF7-45DC-BBA6-7095BAA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Mở trang quản lý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Bấm Google</a:t>
            </a:r>
          </a:p>
          <a:p xmlns:a="http://schemas.openxmlformats.org/drawingml/2006/main">
            <a:pPr>
              <a:defRPr sz="18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Chọn Gmail của chị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99BB-E34D-4913-948A-E2DAC9B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không vào được, kiểm tra Gmail đó đã được mời chưa.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9e63cabc34a0f"/>
          <a:srcRect xmlns:a="http://schemas.openxmlformats.org/drawingml/2006/main" l="5966" t="0" r="5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1600200"/>
            <a:ext cx="59055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AF495-7020-4181-B941-95334FBC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3B107-8E67-4455-BCDF-71EAAB9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338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</p:spTree>
    <p:extLst>
      <p:ext uri="{BB962C8B-B14F-4D97-AF65-F5344CB8AC3E}">
        <p14:creationId xmlns:p14="http://schemas.microsoft.com/office/powerpoint/2010/main" val="1345962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3CD3F-AAA6-4A7C-999F-A67AE2CC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đúng Gmail là đủ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6ED2A-9A19-4740-8A68-F8147F6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cấp một bộ mật khẩu Sanity khác cho chị chủ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0255c76c54b37"/>
          <a:srcRect xmlns:a="http://schemas.openxmlformats.org/drawingml/2006/main" l="0" t="1429" r="0" b="1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333375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90205-B4DA-4FA0-B1A5-83559CCF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NGƯỜI QUẢN LÝ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B09F1-E4F1-43A0-9653-FF64E0D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Mời Gmail của chị vào</a:t>
            </a:r>
          </a:p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Sanity Manage → Project → 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FF006-4EDD-47BC-8594-23C888A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566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659F6-F6A1-42A6-B8F5-2F4952A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CHỊ CHỦ 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ED1C1-BB6A-4790-8954-79E003BB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Mở /admin → bấm Google → chọn đúng Gmail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CA6D7-0C38-4B77-822C-2213E35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566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Trên gói có Editor: dùng Editor.</a:t>
            </a:r>
          </a:p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Nếu project đang Free: Viewer không thể Publish; cần cân nhắc quyền Administrator hoặc nâng gói.</a:t>
            </a:r>
          </a:p>
        </p:txBody>
      </p:sp>
    </p:spTree>
    <p:extLst>
      <p:ext uri="{BB962C8B-B14F-4D97-AF65-F5344CB8AC3E}">
        <p14:creationId xmlns:p14="http://schemas.microsoft.com/office/powerpoint/2010/main" val="2120102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C2862-102F-4995-89A5-54381C26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Khu vực chị dùng hằng ngày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8E658-D3D8-4977-8BDC-9B5608A2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chỉ cần vào mục Sản phẩm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5b74c48d44270"/>
          <a:srcRect xmlns:a="http://schemas.openxmlformats.org/drawingml/2006/main" l="1940" t="0" r="1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562100"/>
            <a:ext cx="4248150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80FE9-2313-4BFE-808F-053D2E0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85423-2814-4C17-AC34-B4D5A6C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Tất cả sản phẩm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128EA-57C1-43D0-BA0A-A1C0B10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sản phẩm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để sửa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Create để thêm mới</a:t>
            </a:r>
          </a:p>
          <a:p xmlns:a="http://schemas.openxmlformats.org/drawingml/2006/main">
            <a:pPr>
              <a:defRPr sz="17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để lưu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D0365-B145-45BA-9FC2-25C4C723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Không vào Settings, Tokens, API hay các phần cài đặt khác.</a:t>
            </a:r>
          </a:p>
        </p:txBody>
      </p:sp>
    </p:spTree>
    <p:extLst>
      <p:ext uri="{BB962C8B-B14F-4D97-AF65-F5344CB8AC3E}">
        <p14:creationId xmlns:p14="http://schemas.microsoft.com/office/powerpoint/2010/main" val="1051243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9C429-2561-4FA3-A5A7-9D66B98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Tạo một sản phẩm mới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59B6C-4316-42EF-AEA6-1D71FB1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điền lần lượt, rồi Publish một lần ở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6A7B1-CD9B-4177-9EC2-C15934A3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C82DE-C32D-4161-B612-8A15679E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490EF-7F68-4F63-9265-EAB732E3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D7DD9-96CB-4397-89A4-3ECD2F6D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8BDDD-A440-412B-819E-2E25350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 + Đường dẫn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AFE4B-6A5B-480F-AC09-E2D63A2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42AA-CCC6-4A24-AC11-E5EB144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3D310-F683-4A24-9743-7A69773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+ ảnh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29794-425A-4E19-974A-10730944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E8DE-55AC-4C23-B150-BC431579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8E81C-0F91-40E1-9B9E-9D4D6B0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+ mô tả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A36FD-2514-470D-9EE5-88BD241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71775"/>
            <a:ext cx="1504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5F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B1EF1-03DA-4BCD-B639-93208300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33CED-F75D-409B-A6E2-3E83C7B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af87e53cb4436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9edfefc3f4bab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4029075"/>
            <a:ext cx="2667000" cy="16954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e6a6c03af4319"/>
          <a:srcRect xmlns:a="http://schemas.openxmlformats.org/drawingml/2006/main" l="0" t="18214" r="0" b="18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4029075"/>
            <a:ext cx="2667000" cy="169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26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1E337-6774-473D-A564-E7C90DB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Tên, Đường dẫn và Danh mục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372B5-CC99-4C02-88DA-4EB38FF3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Danh mục quyết định khách tìm thấy sản phẩm ở đâu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733B9-97F7-4E3A-8FF8-69BF16B1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Tên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8B551-DE00-4C69-9418-1B87221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Ví dụ: Bó hoa Pink Love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B56EF-ECF0-404C-8E3B-2E003945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Đường dẫn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003C4-A001-48E7-A06C-416E309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Tạo từ tên sản phẩm. Không tự đổi đường dẫn của mẫu đang bán nếu không cần.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FAB1B-F495-4801-B563-11DAC0F5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53889-CCCB-492C-B667-71C88FE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1.  Hoa tươi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FDA2D-8C21-4E16-A8D2-ABFED56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2.  Hoa sáp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A1A07-0056-4D8C-942C-3D02A08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3.  Hoa lụa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A2B9E-C68A-4424-AEFD-4DE685B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4.  Hoa len &amp; gấu bông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F72EF-F8ED-40CB-9799-0BADED79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5.  Hộp hoa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5985A-F139-4ADD-82E5-9AE3BE6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6.  Hoa cưới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38ce1b06f451b"/>
          <a:srcRect xmlns:a="http://schemas.openxmlformats.org/drawingml/2006/main" l="27179" t="0" r="27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1952625"/>
            <a:ext cx="16954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71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C3793-1877-4AD7-88AF-9AADEE5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Hình ảnh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B08C-DCC0-4999-8BA5-CDDF698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Một sản phẩm có từ 1 đến 5 ảnh. Ảnh đầu tiên là ảnh đại diện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d69a69b05461d"/>
          <a:srcRect xmlns:a="http://schemas.openxmlformats.org/drawingml/2006/main" l="0" t="14706" r="0" b="1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90750"/>
            <a:ext cx="485775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E7346-B611-4576-9556-729051E8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95B15-9E5D-45FF-BD16-596EC2F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Ảnh đầu tiên — ảnh đại diện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71836007948b8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190750"/>
            <a:ext cx="20955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8e88dead743a3"/>
          <a:srcRect xmlns:a="http://schemas.openxmlformats.org/drawingml/2006/main" l="7692" t="0" r="76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4875" y="2190750"/>
            <a:ext cx="2095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1874E-2EF5-407C-938C-C3FE72B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Ưu tiên ảnh rõ, đủ sáng, ảnh dọc và không có giá cũ. Không dùng screenshot Facebook hay ảnh mờ.</a:t>
            </a:r>
          </a:p>
        </p:txBody>
      </p:sp>
    </p:spTree>
    <p:extLst>
      <p:ext uri="{BB962C8B-B14F-4D97-AF65-F5344CB8AC3E}">
        <p14:creationId xmlns:p14="http://schemas.microsoft.com/office/powerpoint/2010/main" val="116436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B6C3-3FFB-4101-B6E8-99967557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5184A-E447-4E09-A3F7-C9BA814A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Chọn Loại giá trước, rồi điền Giá khi cần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8A362-BAA5-46A1-9293-D291472B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Giá cố định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F30B3-355D-4821-991A-AF8DA5C6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6BF91-C032-4CB4-810C-2FE20326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450000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450.000đ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E3B67-723C-430D-BC75-370C1A4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Giá từ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40B05-31EF-4D83-8D9B-5988CB1D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589E-97BD-4F48-A003-CF5BE278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300000</a:t>
            </a:r>
          </a:p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→ Từ 300.000đ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290AD-F63B-4883-9C6B-2EB1099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Liên hệ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A1C24-5720-4947-BECE-43CE26B0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CC17A-31F6-4868-BD60-DE56208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Không nhập giá</a:t>
            </a:r>
          </a:p>
          <a:p xmlns:a="http://schemas.openxmlformats.org/drawingml/2006/main">
            <a:pPr>
              <a:defRPr sz="1725" b="1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→ Liên hệ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C224-2B3C-44B3-9FE9-C858D31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Chỉ nhập số. Không nhập dấu chấm, chữ “đ” hay chữ “Từ” vào ô Giá.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0a3d5e881479d"/>
          <a:srcRect xmlns:a="http://schemas.openxmlformats.org/drawingml/2006/main" l="30303" t="0" r="303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2095500"/>
            <a:ext cx="1238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35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8574E-133B-43CE-8DF4-0468D200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Thông tin giúp khách hiểu mẫu hoa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FA3C4-07A1-443B-93E7-D6A76EF6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Mô tả ngắn, mô tả chi tiết, tông màu và dịp tặng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c71f9f994f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BE66D-500F-4326-BB2C-2E38180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ngắn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1F574-577A-4935-A2BC-DA6DBF6D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 đến 3 câu, ví dụ:</a:t>
            </a:r>
          </a:p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Bó hoa tone hồng nhẹ nhàng, phù hợp sinh nhật và kỷ niệm.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4F49E-FD94-42B6-AF21-D303272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71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Mô tả chi tiết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2926D-98B8-4600-BA03-39DD5B4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Ghi thêm loại hoa, tone màu, ý nghĩa hoặc lưu ý đặt trước.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283C0-44B2-4A14-AB24-3E6CCE87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Tông màu &amp; Dịp tặng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F1F3D-03CD-4A3E-89DE-9DEC595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Ví dụ: Hồng, Kem · Sinh nhật, Tình yêu</a:t>
            </a:r>
          </a:p>
        </p:txBody>
      </p:sp>
    </p:spTree>
    <p:extLst>
      <p:ext uri="{BB962C8B-B14F-4D97-AF65-F5344CB8AC3E}">
        <p14:creationId xmlns:p14="http://schemas.microsoft.com/office/powerpoint/2010/main" val="331318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1F677-F164-4A15-9509-DA2138DA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Bật và tắt hiển thị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CC013-506A-4EA5-98AB-F68CC2F1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Đây là cách an toàn để tạm ngừng bán một sản phẩm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6dc4e603a4e76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76450"/>
            <a:ext cx="3714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9A13-6D7E-45C4-BF0A-71CE72FD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5BF22-22AE-4C6E-B886-144D3E89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Bật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950B2-1F3C-4F92-B5A7-04D91F1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Khách nhìn thấy trên 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EF16E-FDE4-4B60-9791-54D7B55B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814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8FE0E-7795-434E-86A5-E26F677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42D17-2650-42E2-9D99-F2ED217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52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Tắt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59DE5-DCFE-4279-89A9-E1B7726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Sản phẩm vẫn nằm trong CMS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nhưng khách không thấy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C1223-1059-41A0-9542-0CBBA27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Hết hàng? Ưu tiên tắt hiển thị thay vì xóa.</a:t>
            </a:r>
          </a:p>
        </p:txBody>
      </p:sp>
    </p:spTree>
    <p:extLst>
      <p:ext uri="{BB962C8B-B14F-4D97-AF65-F5344CB8AC3E}">
        <p14:creationId xmlns:p14="http://schemas.microsoft.com/office/powerpoint/2010/main" val="1897285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9A61C-2BED-4E8F-A14D-0F65329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Sản phẩm nổi bật ở trang chủ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52503-0730-40DB-9222-4D62F08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Trang chủ có danh sách chọn riêng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c7bbc519e4d48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76450"/>
            <a:ext cx="2952750" cy="3810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080ED-DD2C-42C2-ADF0-683D3D0E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E3769-B9A5-4E14-AE1F-5C657054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Ô “Sản phẩm nổi bật”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là một đánh dấu trong sản phẩm.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0B235-8307-44D0-BED1-8F67739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3323-9609-48B9-8240-63EAA7F3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Trong Trang chủ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AD503-4269-4DCE-B9D2-51F6ED7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Mục “Sản phẩm hiển thị trên trang chủ”</a:t>
            </a:r>
          </a:p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riêng tối đa 3 mẫu.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0036F-E2A9-47BE-9058-C10FD80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483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Vì vậy, muốn đổi khu “Được yêu thích tại Tamas”, chọn trong mục Trang chủ hoặc nhờ developer hỗ trợ.</a:t>
            </a:r>
          </a:p>
        </p:txBody>
      </p:sp>
    </p:spTree>
    <p:extLst>
      <p:ext uri="{BB962C8B-B14F-4D97-AF65-F5344CB8AC3E}">
        <p14:creationId xmlns:p14="http://schemas.microsoft.com/office/powerpoint/2010/main" val="363738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5759360ef47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F0C26-72D4-435A-877A-A15631B5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320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FAC40-2D01-4F19-AF20-C6E7B979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B6317-F324-4EA3-A81C-F45BB3A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DFC"/>
                </a:solidFill>
                <a:latin typeface="Arial"/>
                <a:ea typeface="Arial"/>
                <a:cs typeface="Arial"/>
              </a:rPr>
              <a:t>Sau khi kiểm tra xong, chị nhấn Publish để lưu và đưa thông tin mới lên website.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253A4-5081-41AA-8F27-526487D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65F6B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56F47-BFCC-4D16-A08C-4766735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DFC"/>
                </a:solidFill>
                <a:latin typeface="Georgia"/>
                <a:ea typeface="Georgia"/>
                <a:cs typeface="Georgia"/>
              </a:rPr>
              <a:t>Publish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9E214-12C9-4FA6-B0DF-5183E64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4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8F4EE"/>
                </a:solidFill>
                <a:latin typeface="Arial"/>
                <a:ea typeface="Arial"/>
                <a:cs typeface="Arial"/>
              </a:rPr>
              <a:t>Thông thường website cập nhật sau vài giây.</a:t>
            </a:r>
          </a:p>
        </p:txBody>
      </p:sp>
    </p:spTree>
    <p:extLst>
      <p:ext uri="{BB962C8B-B14F-4D97-AF65-F5344CB8AC3E}">
        <p14:creationId xmlns:p14="http://schemas.microsoft.com/office/powerpoint/2010/main" val="2107676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3FA2C-DF04-4F75-A5FB-68F0DD18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Kiểm tra sản phẩm trên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5A0FD-BC26-46D3-8B1E-4A952D4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Sau Publish, luôn mở catalog và trang chi tiết để xem lại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61642c93a4deb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74A33-D776-4305-B8FB-92A6E35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1. Vào /san-pham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EA2E9-D1D9-422D-A24E-7BA51C93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Tìm bằng tên, màu hoặc dịp tặng.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BADCB-EF2D-4233-B9E9-09DBF51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2. Kiểm tra danh sách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EDD1C-DF11-4AF9-8927-D977C7D7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Ảnh đại diện · tên · giá · danh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8BB4F-1A41-4A82-88ED-1C0B9F8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3. Mở trang chi tiết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137C6-F4CE-444C-A719-41C25146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Kiểm tra thêm ảnh, mô tả, tông màu và dịp tặng.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480FC-D396-4A3E-8183-6F92670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Website tự xử lý tìm kiếm, lọc danh mục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1108189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6B08-F112-4713-91F2-9F27FBE7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Sửa, ẩn hoặc xóa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59E9A-6DEC-4BE2-B320-7D837CE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Mọi thay đổi cần Publish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AFBB9-E8EB-461E-84C6-C14549E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Sửa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53FD6-02D8-4ADC-9A34-F4E5C1AB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02C43-FD10-4A2F-A97B-3B82A84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sản phẩm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Sửa nội dung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4F93A-64BB-4048-972A-78AC3F7F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43249-E0BE-46DC-B758-45138F9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45E97-A8AD-47E8-8D0D-83CE6928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Tắt Đang hiển thị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Giữ lại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F09C0-2ACE-42DD-A45F-C08C179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Xóa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FD793-8468-4557-9DEA-A2342522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194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CAEC5-0C11-4E2F-9132-1058F65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Chỉ khi chắc chắn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Delete</a:t>
            </a:r>
          </a:p>
          <a:p xmlns:a="http://schemas.openxmlformats.org/drawingml/2006/main">
            <a:pPr>
              <a:defRPr sz="1650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Xác nhận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2423af20f4247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0d17538ca4a55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4762500"/>
            <a:ext cx="2190750" cy="12001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6e3fcf4cc4d41"/>
          <a:srcRect xmlns:a="http://schemas.openxmlformats.org/drawingml/2006/main" l="0" t="22609" r="0" b="22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4762500"/>
            <a:ext cx="2190750" cy="1200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609F7-FA32-44E2-9C72-915A18F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Ưu tiên ẩn khi hết hàng hoặc muốn tạm dừng bán.</a:t>
            </a:r>
          </a:p>
        </p:txBody>
      </p:sp>
    </p:spTree>
    <p:extLst>
      <p:ext uri="{BB962C8B-B14F-4D97-AF65-F5344CB8AC3E}">
        <p14:creationId xmlns:p14="http://schemas.microsoft.com/office/powerpoint/2010/main" val="20751714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98C44-F229-4709-B1C3-2C4782C5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Nếu có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2AE17-AE11-42A8-8758-DEF09A0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Kiểm tra nhanh trước khi liên hệ developer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0175-7CAF-48C1-A9F5-42D6778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1FA82-A3B4-49FF-A9CB-5102FA63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Đã nhấn Publish chưa?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5A1C2-239E-46DD-9F8D-5088B56A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03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EED08-BAEC-4A54-8AFE-D73DE6C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B5C8-79C4-4C4C-ADB6-E9D9F57C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Đang hiển thị trên website đã bật chưa?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3A5D2-6FB5-4129-8077-D7501A3B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194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8E352-9215-4A31-A705-5E64BD4D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5F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4F31D-972C-4D75-AB59-73D45C5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3380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Có tên, Đường dẫn và ít nhất một ảnh chưa?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4BDBC-3AD7-4668-B890-FC2FDBB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52970-9D8A-4B57-B8F8-471A9B5D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8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D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B48EB-FF1A-48B3-8A90-1C0B1E9E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690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Danh mục và Dịp tặng có đúng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03832-31DD-47C5-BFD6-1CF841D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1dbb887554a5b"/>
          <a:srcRect xmlns:a="http://schemas.openxmlformats.org/drawingml/2006/main" l="19231" t="0" r="192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05875" y="2000250"/>
            <a:ext cx="2286000" cy="3714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6AF06-ABDD-4C2A-8533-EE2E9BBA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A65F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65F6B"/>
                </a:solidFill>
                <a:latin typeface="Arial"/>
                <a:ea typeface="Arial"/>
                <a:cs typeface="Arial"/>
              </a:rPr>
              <a:t>Vẫn chưa đúng? Chụp màn hình sản phẩm trong CMS rồi gửi developer.</a:t>
            </a:r>
          </a:p>
        </p:txBody>
      </p:sp>
    </p:spTree>
    <p:extLst>
      <p:ext uri="{BB962C8B-B14F-4D97-AF65-F5344CB8AC3E}">
        <p14:creationId xmlns:p14="http://schemas.microsoft.com/office/powerpoint/2010/main" val="3856817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940C9-0849-4F8D-92F9-117F09D2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292320"/>
                </a:solidFill>
                <a:latin typeface="Georgia"/>
                <a:ea typeface="Georgia"/>
                <a:cs typeface="Georgia"/>
              </a:rPr>
              <a:t>Quy trình 12 bước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9E441-31AF-4390-91F4-07A551DE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75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56A64"/>
                </a:solidFill>
                <a:latin typeface="Arial"/>
                <a:ea typeface="Arial"/>
                <a:cs typeface="Arial"/>
              </a:rPr>
              <a:t>Chị có thể chụp hoặc in slide này để dùng mỗi lần thêm hoa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E62D1-C385-4E65-85BE-67DCBF0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B1C3C-06DE-49FC-AEC3-020DDCF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Mở CMS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AA237-2B85-4C2A-8FA7-963F6C95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CA62C-D71E-4137-980C-1383DB6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Bấm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5BFAC-E340-4AC8-B6F0-BB57710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A6650-9791-4984-8052-2B79617F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Vào Sản phẩm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0E3F2-F298-4987-B188-39AC58A7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CA942-BED4-41B5-8ED9-A9CEFE2E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Chọn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25ADD-E11B-43C7-9882-BFE13869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E7684-050F-465B-B05D-F99ED5D8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Tên + Đường dẫn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16523-C8EB-4E1E-A3FA-15F3C1EF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13434-E900-4658-B18F-1194207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Danh mục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7B6F0-181E-4F6B-817C-49BF4148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0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1BBF4-3C23-4161-B7DA-ACA7F53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193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1–5 ảnh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92CB8-73FC-49E2-A7AC-979544D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52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F6719-49BC-4BFB-B0B9-91F7F64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Loại giá + giá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04263-71D6-4822-960B-2F0D5DC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051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B0F8B-AA48-4D30-818F-A401D48E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Mô tả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D95BE-AD5B-4AB4-85E3-85A0DB72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5C99E-B8FC-4D07-B10A-C7F8A83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66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Màu + dịp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21298-1CA6-4651-9C14-4679566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0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CED33-3408-473A-81B4-12FEEFB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Bật hiển thị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FC469-5DDF-482F-B5DA-FE96684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7806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75143-06B4-4A32-8438-339F2E97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923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92320"/>
                </a:solidFill>
                <a:latin typeface="Arial"/>
                <a:ea typeface="Arial"/>
                <a:cs typeface="Arial"/>
              </a:rPr>
              <a:t>Publish + kiểm 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14E38-4482-4855-BF34-44AE5E55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4C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EC5C58-07B2-4992-8570-F7D1CBA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A65F6B"/>
                </a:solidFill>
                <a:latin typeface="Georgia"/>
                <a:ea typeface="Georgia"/>
                <a:cs typeface="Georgia"/>
              </a:rPr>
              <a:t>Nhớ: Không cần mật khẩu Sanity riêng. Chỉ bấm Google và chọn đúng Gmail đã được mời.</a:t>
            </a:r>
          </a:p>
        </p:txBody>
      </p:sp>
    </p:spTree>
    <p:extLst>
      <p:ext uri="{BB962C8B-B14F-4D97-AF65-F5344CB8AC3E}">
        <p14:creationId xmlns:p14="http://schemas.microsoft.com/office/powerpoint/2010/main" val="1091935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2026-09-25T03:04:57.6300000Z</dcterms:created>
  <dcterms:modified xsi:type="dcterms:W3CDTF">2026-09-25T03:04:57.6300000Z</dcterms:modified>
</coreProperties>
</file>