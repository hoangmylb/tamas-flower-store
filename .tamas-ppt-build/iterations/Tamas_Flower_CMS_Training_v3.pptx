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54f34c3eec43c0" /><Relationship Type="http://schemas.openxmlformats.org/officeDocument/2006/relationships/extended-properties" Target="/docProps/app.xml" Id="R203829130d244411" /><Relationship Type="http://schemas.openxmlformats.org/officeDocument/2006/relationships/officeDocument" Target="/ppt/presentation.xml" Id="R4adb79991a9c40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7cebdf1d084216"/>
  </p:sldMasterIdLst>
  <p:notesMasterIdLst>
    <p:notesMasterId xmlns:r="http://schemas.openxmlformats.org/officeDocument/2006/relationships" r:id="Raf4b82c111d94402"/>
  </p:notesMasterIdLst>
  <p:sldIdLst>
    <p:sldId xmlns:r="http://schemas.openxmlformats.org/officeDocument/2006/relationships" id="256" r:id="R695d709bcca34900"/>
    <p:sldId xmlns:r="http://schemas.openxmlformats.org/officeDocument/2006/relationships" id="257" r:id="R302b797d29b24f6f"/>
    <p:sldId xmlns:r="http://schemas.openxmlformats.org/officeDocument/2006/relationships" id="258" r:id="Rd311f497b2054827"/>
    <p:sldId xmlns:r="http://schemas.openxmlformats.org/officeDocument/2006/relationships" id="259" r:id="Rbcf148df8e35416e"/>
    <p:sldId xmlns:r="http://schemas.openxmlformats.org/officeDocument/2006/relationships" id="260" r:id="Reafc0e8ede0d4048"/>
    <p:sldId xmlns:r="http://schemas.openxmlformats.org/officeDocument/2006/relationships" id="261" r:id="R39ccedf2dd824c21"/>
    <p:sldId xmlns:r="http://schemas.openxmlformats.org/officeDocument/2006/relationships" id="262" r:id="R498e6f784ec84458"/>
    <p:sldId xmlns:r="http://schemas.openxmlformats.org/officeDocument/2006/relationships" id="263" r:id="R0382a8439ebd45c5"/>
    <p:sldId xmlns:r="http://schemas.openxmlformats.org/officeDocument/2006/relationships" id="264" r:id="Rcce1d05eb71b491c"/>
    <p:sldId xmlns:r="http://schemas.openxmlformats.org/officeDocument/2006/relationships" id="265" r:id="R9af9ec68b6224afd"/>
    <p:sldId xmlns:r="http://schemas.openxmlformats.org/officeDocument/2006/relationships" id="266" r:id="R572c809cbb3a4f5a"/>
    <p:sldId xmlns:r="http://schemas.openxmlformats.org/officeDocument/2006/relationships" id="267" r:id="R4152ad909bfe47e1"/>
    <p:sldId xmlns:r="http://schemas.openxmlformats.org/officeDocument/2006/relationships" id="268" r:id="R5a7ef152c7024c01"/>
    <p:sldId xmlns:r="http://schemas.openxmlformats.org/officeDocument/2006/relationships" id="269" r:id="R059cf1d82819407f"/>
    <p:sldId xmlns:r="http://schemas.openxmlformats.org/officeDocument/2006/relationships" id="270" r:id="R37d2722b9c5549c0"/>
    <p:sldId xmlns:r="http://schemas.openxmlformats.org/officeDocument/2006/relationships" id="271" r:id="R8616dd034918425e"/>
    <p:sldId xmlns:r="http://schemas.openxmlformats.org/officeDocument/2006/relationships" id="272" r:id="Re8bf0a9c41f3479a"/>
    <p:sldId xmlns:r="http://schemas.openxmlformats.org/officeDocument/2006/relationships" id="273" r:id="R47afa658cdb34c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469d14ad5b446c" /><Relationship Type="http://schemas.openxmlformats.org/officeDocument/2006/relationships/slideMaster" Target="/ppt/slideMasters/slideMaster1.xml" Id="Re77cebdf1d084216" /><Relationship Type="http://schemas.openxmlformats.org/officeDocument/2006/relationships/notesMaster" Target="/ppt/notesMasters/notesMaster1.xml" Id="Raf4b82c111d94402" /><Relationship Type="http://schemas.openxmlformats.org/officeDocument/2006/relationships/presProps" Target="/ppt/presProps.xml" Id="R02480b5ccedd4544" /><Relationship Type="http://schemas.openxmlformats.org/officeDocument/2006/relationships/tableStyles" Target="/ppt/tableStyles.xml" Id="R739968acfeee4549" /><Relationship Type="http://schemas.openxmlformats.org/officeDocument/2006/relationships/slide" Target="/ppt/slides/slide1.xml" Id="R695d709bcca34900" /><Relationship Type="http://schemas.openxmlformats.org/officeDocument/2006/relationships/slide" Target="/ppt/slides/slide2.xml" Id="R302b797d29b24f6f" /><Relationship Type="http://schemas.openxmlformats.org/officeDocument/2006/relationships/slide" Target="/ppt/slides/slide3.xml" Id="Rd311f497b2054827" /><Relationship Type="http://schemas.openxmlformats.org/officeDocument/2006/relationships/slide" Target="/ppt/slides/slide4.xml" Id="Rbcf148df8e35416e" /><Relationship Type="http://schemas.openxmlformats.org/officeDocument/2006/relationships/slide" Target="/ppt/slides/slide5.xml" Id="Reafc0e8ede0d4048" /><Relationship Type="http://schemas.openxmlformats.org/officeDocument/2006/relationships/slide" Target="/ppt/slides/slide6.xml" Id="R39ccedf2dd824c21" /><Relationship Type="http://schemas.openxmlformats.org/officeDocument/2006/relationships/slide" Target="/ppt/slides/slide7.xml" Id="R498e6f784ec84458" /><Relationship Type="http://schemas.openxmlformats.org/officeDocument/2006/relationships/slide" Target="/ppt/slides/slide8.xml" Id="R0382a8439ebd45c5" /><Relationship Type="http://schemas.openxmlformats.org/officeDocument/2006/relationships/slide" Target="/ppt/slides/slide9.xml" Id="Rcce1d05eb71b491c" /><Relationship Type="http://schemas.openxmlformats.org/officeDocument/2006/relationships/slide" Target="/ppt/slides/slide10.xml" Id="R9af9ec68b6224afd" /><Relationship Type="http://schemas.openxmlformats.org/officeDocument/2006/relationships/slide" Target="/ppt/slides/slide11.xml" Id="R572c809cbb3a4f5a" /><Relationship Type="http://schemas.openxmlformats.org/officeDocument/2006/relationships/slide" Target="/ppt/slides/slide12.xml" Id="R4152ad909bfe47e1" /><Relationship Type="http://schemas.openxmlformats.org/officeDocument/2006/relationships/slide" Target="/ppt/slides/slide13.xml" Id="R5a7ef152c7024c01" /><Relationship Type="http://schemas.openxmlformats.org/officeDocument/2006/relationships/slide" Target="/ppt/slides/slide14.xml" Id="R059cf1d82819407f" /><Relationship Type="http://schemas.openxmlformats.org/officeDocument/2006/relationships/slide" Target="/ppt/slides/slide15.xml" Id="R37d2722b9c5549c0" /><Relationship Type="http://schemas.openxmlformats.org/officeDocument/2006/relationships/slide" Target="/ppt/slides/slide16.xml" Id="R8616dd034918425e" /><Relationship Type="http://schemas.openxmlformats.org/officeDocument/2006/relationships/slide" Target="/ppt/slides/slide17.xml" Id="Re8bf0a9c41f3479a" /><Relationship Type="http://schemas.openxmlformats.org/officeDocument/2006/relationships/slide" Target="/ppt/slides/slide18.xml" Id="R47afa658cdb34c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6baf9a02234f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9fa4d45de64419" /><Relationship Type="http://schemas.openxmlformats.org/officeDocument/2006/relationships/notesMaster" Target="/ppt/notesMasters/notesMaster1.xml" Id="R6a3b655f3e5744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1f3eb99beb4f1d" /><Relationship Type="http://schemas.openxmlformats.org/officeDocument/2006/relationships/notesMaster" Target="/ppt/notesMasters/notesMaster1.xml" Id="R469e8d70a9544b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4436f6178441ad" /><Relationship Type="http://schemas.openxmlformats.org/officeDocument/2006/relationships/notesMaster" Target="/ppt/notesMasters/notesMaster1.xml" Id="R9f1df69a91a440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c53068362348d6" /><Relationship Type="http://schemas.openxmlformats.org/officeDocument/2006/relationships/notesMaster" Target="/ppt/notesMasters/notesMaster1.xml" Id="R27f05d22ac9943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8fee9e1d754e5e" /><Relationship Type="http://schemas.openxmlformats.org/officeDocument/2006/relationships/notesMaster" Target="/ppt/notesMasters/notesMaster1.xml" Id="R5f8afaf4dbec43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c79aafebe840ca" /><Relationship Type="http://schemas.openxmlformats.org/officeDocument/2006/relationships/notesMaster" Target="/ppt/notesMasters/notesMaster1.xml" Id="R59d20b61858244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e9668843874324" /><Relationship Type="http://schemas.openxmlformats.org/officeDocument/2006/relationships/notesMaster" Target="/ppt/notesMasters/notesMaster1.xml" Id="R7b1559ede56146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fc173c65d4485a" /><Relationship Type="http://schemas.openxmlformats.org/officeDocument/2006/relationships/notesMaster" Target="/ppt/notesMasters/notesMaster1.xml" Id="Rfad40d52670c4f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6c094c4c014230" /><Relationship Type="http://schemas.openxmlformats.org/officeDocument/2006/relationships/notesMaster" Target="/ppt/notesMasters/notesMaster1.xml" Id="Rdf51bbc77c1a4f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c2f84a99b94bb9" /><Relationship Type="http://schemas.openxmlformats.org/officeDocument/2006/relationships/notesMaster" Target="/ppt/notesMasters/notesMaster1.xml" Id="Rb01e4389e3cb48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4f23d1a01544f7" /><Relationship Type="http://schemas.openxmlformats.org/officeDocument/2006/relationships/notesMaster" Target="/ppt/notesMasters/notesMaster1.xml" Id="R126fbcbc4c254c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4d7169d324403c" /><Relationship Type="http://schemas.openxmlformats.org/officeDocument/2006/relationships/notesMaster" Target="/ppt/notesMasters/notesMaster1.xml" Id="R2e11cb6ec23e47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e35bff4e97453a" /><Relationship Type="http://schemas.openxmlformats.org/officeDocument/2006/relationships/notesMaster" Target="/ppt/notesMasters/notesMaster1.xml" Id="R5272a3a3ca0145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a08f30ebac4531" /><Relationship Type="http://schemas.openxmlformats.org/officeDocument/2006/relationships/notesMaster" Target="/ppt/notesMasters/notesMaster1.xml" Id="R34979aaf978542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bbce9c59664831" /><Relationship Type="http://schemas.openxmlformats.org/officeDocument/2006/relationships/notesMaster" Target="/ppt/notesMasters/notesMaster1.xml" Id="Rdde9fd8e7bd0466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6009d9c4d8c458b" /><Relationship Type="http://schemas.openxmlformats.org/officeDocument/2006/relationships/notesMaster" Target="/ppt/notesMasters/notesMaster1.xml" Id="R8564aff06d00442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54e67771e9a447a" /><Relationship Type="http://schemas.openxmlformats.org/officeDocument/2006/relationships/notesMaster" Target="/ppt/notesMasters/notesMaster1.xml" Id="R6242c3687ec448c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e1cccd86e314d8a" /><Relationship Type="http://schemas.openxmlformats.org/officeDocument/2006/relationships/notesMaster" Target="/ppt/notesMasters/notesMaster1.xml" Id="R98b98dca454a45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đầu: Hôm nay chị chỉ cần nhớ cách quản lý sản phẩm. Những phần kỹ thuật sẽ do developer phụ trách.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Chỉ hai link này là cần dùng hằng ngày. Website là nơi khách xem; CMS là nơi chị quản lý.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Nói ngắn: chị chỉ nhập nội dung, sau đó bấm Publish. Website tự nhận phần còn lại.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ảnh chụp thật ngày 25/09/2026. Trỏ vào nút Google và nhắc chị không dùng Email/password.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quyền: Sanity gắn membership với phương thức đăng nhập. Mời email cho tài khoản Google và dùng Google để đăng nhập. Nguồn: Sanity Roles, cập nhật 09/09/2026.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Sau login, vào mục Sản phẩm. Không cần chạm vào các mục cài đặt kỹ thuật.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Chưa cần nhập hoàn hảo ngay lần đầu. Đi theo đúng thứ tự này để không bỏ sót các mục cần thiết.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Chọn đúng danh mục. Trên website, Hộp hoa hiển thị với tên Flower Box.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trực tiếp cách kéo ba ảnh vào. Nhắc chị ảnh đầu tiên là ảnh đại diện và giới hạn tối đa là năm ảnh.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Đưa một ví dụ thật: 450000. Nói rằng chữ đ và Từ do website tự hiển thị.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 thông tin màu sắc và dịp tặng giúp khách tìm ở catalog và giúp sản phẩm hiện trên trang dịp tặng phù hợp.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Khi tạm ngưng bán, tắt Đang hiển thị trên website rồi Publish. Cách này giữ lại dữ liệu để dùng lại sau.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điểm cần nói rõ để chị không hiểu nhầm. Đừng hứa bật Featured sẽ tự lên trang chủ.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Dừng lại ở thao tác Publish. Nhắc chị chỉ cần nhấn một lần rồi chờ vài giây.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Website thực tế đã được kiểm tra ở /san-pham và /san-pham/forever-pink. Khi training, cho chị tự tìm sản phẩm vừa tạo.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Xóa là thao tác cuối cùng. Luôn ưu tiên tắt Đang hiển thị trên website khi chưa chắc.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Chị không cần tự xử lý phần kỹ thuật. Nếu 4 bước này không giải quyết được, gửi ảnh chụp màn hình cho developer.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thúc bằng slide này. Khuyến khích chị lưu bài trình chiếu và file cheat sheet để tự xem lại.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c2b571b12645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6c2d79c6914a30" /><Relationship Type="http://schemas.openxmlformats.org/officeDocument/2006/relationships/slideLayout" Target="/ppt/slideLayouts/slideLayout1.xml" Id="Ra59f298e995a4c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9f298e995a4c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f9661c2d24855" /><Relationship Type="http://schemas.openxmlformats.org/officeDocument/2006/relationships/image" Target="/ppt/media/image.bin" Id="Rbd3d4966ec4d485b" /><Relationship Type="http://schemas.openxmlformats.org/officeDocument/2006/relationships/image" Target="/ppt/media/image.png" Id="R474e659d1d9545f9" /><Relationship Type="http://schemas.openxmlformats.org/officeDocument/2006/relationships/notesSlide" Target="/ppt/notesSlides/notesSlide1.xml" Id="R0ce0766da2834e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f9a5233014758" /><Relationship Type="http://schemas.openxmlformats.org/officeDocument/2006/relationships/image" Target="/ppt/media/image2.bin" Id="R6720f91ff95642a1" /><Relationship Type="http://schemas.openxmlformats.org/officeDocument/2006/relationships/notesSlide" Target="/ppt/notesSlides/notesSlide2.xml" Id="R9759c7b437b649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1f113d11f4595" /><Relationship Type="http://schemas.openxmlformats.org/officeDocument/2006/relationships/notesSlide" Target="/ppt/notesSlides/notesSlide3.xml" Id="R85f00a640b5a46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73f22a24147db" /><Relationship Type="http://schemas.openxmlformats.org/officeDocument/2006/relationships/image" Target="/ppt/media/image2.png" Id="R31a9aee07d9f4e8a" /><Relationship Type="http://schemas.openxmlformats.org/officeDocument/2006/relationships/notesSlide" Target="/ppt/notesSlides/notesSlide4.xml" Id="R2caddaf2dfb14d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2a6dfe5cb4298" /><Relationship Type="http://schemas.openxmlformats.org/officeDocument/2006/relationships/image" Target="/ppt/media/image3.bin" Id="R1ea7ae8e6d3f4f34" /><Relationship Type="http://schemas.openxmlformats.org/officeDocument/2006/relationships/notesSlide" Target="/ppt/notesSlides/notesSlide5.xml" Id="R602bf6b09ecd48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2be7ec90944ce" /><Relationship Type="http://schemas.openxmlformats.org/officeDocument/2006/relationships/image" Target="/ppt/media/image4.bin" Id="R128d77f703a943e1" /><Relationship Type="http://schemas.openxmlformats.org/officeDocument/2006/relationships/notesSlide" Target="/ppt/notesSlides/notesSlide6.xml" Id="R9007a3536d5449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80addc0a04798" /><Relationship Type="http://schemas.openxmlformats.org/officeDocument/2006/relationships/image" Target="/ppt/media/image5.bin" Id="R6782077d551d4a8a" /><Relationship Type="http://schemas.openxmlformats.org/officeDocument/2006/relationships/image" Target="/ppt/media/image6.bin" Id="R5aebae75e6a24633" /><Relationship Type="http://schemas.openxmlformats.org/officeDocument/2006/relationships/image" Target="/ppt/media/image7.bin" Id="R6d1360d8e736427e" /><Relationship Type="http://schemas.openxmlformats.org/officeDocument/2006/relationships/notesSlide" Target="/ppt/notesSlides/notesSlide7.xml" Id="R3db22b97c8f445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4aac321e84de7" /><Relationship Type="http://schemas.openxmlformats.org/officeDocument/2006/relationships/image" Target="/ppt/media/image8.bin" Id="Rbd26d5a947e24018" /><Relationship Type="http://schemas.openxmlformats.org/officeDocument/2006/relationships/notesSlide" Target="/ppt/notesSlides/notesSlide8.xml" Id="R76a49d4ee7f442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28f38097d4d80" /><Relationship Type="http://schemas.openxmlformats.org/officeDocument/2006/relationships/image" Target="/ppt/media/image9.bin" Id="Rb7ae62807104477f" /><Relationship Type="http://schemas.openxmlformats.org/officeDocument/2006/relationships/image" Target="/ppt/media/image10.bin" Id="Rc7fdffc3b70147fe" /><Relationship Type="http://schemas.openxmlformats.org/officeDocument/2006/relationships/image" Target="/ppt/media/image.jpeg" Id="R2ec5359fb4e243fe" /><Relationship Type="http://schemas.openxmlformats.org/officeDocument/2006/relationships/notesSlide" Target="/ppt/notesSlides/notesSlide9.xml" Id="R994be8cbb7bd4f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83e47c03e486a" /><Relationship Type="http://schemas.openxmlformats.org/officeDocument/2006/relationships/image" Target="/ppt/media/image11.bin" Id="Rde6d3b738d804d19" /><Relationship Type="http://schemas.openxmlformats.org/officeDocument/2006/relationships/notesSlide" Target="/ppt/notesSlides/notesSlide10.xml" Id="R81995734cacb41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5bcfca01e42df" /><Relationship Type="http://schemas.openxmlformats.org/officeDocument/2006/relationships/image" Target="/ppt/media/image12.bin" Id="Rf04d38bf07de4978" /><Relationship Type="http://schemas.openxmlformats.org/officeDocument/2006/relationships/notesSlide" Target="/ppt/notesSlides/notesSlide11.xml" Id="R3a2b2afee7bc4d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5de0c40da465a" /><Relationship Type="http://schemas.openxmlformats.org/officeDocument/2006/relationships/image" Target="/ppt/media/image13.bin" Id="R2215b92358284cce" /><Relationship Type="http://schemas.openxmlformats.org/officeDocument/2006/relationships/notesSlide" Target="/ppt/notesSlides/notesSlide12.xml" Id="R495ec7826ea040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afe33e35545c6" /><Relationship Type="http://schemas.openxmlformats.org/officeDocument/2006/relationships/image" Target="/ppt/media/image14.bin" Id="R4bc34407cc904d56" /><Relationship Type="http://schemas.openxmlformats.org/officeDocument/2006/relationships/notesSlide" Target="/ppt/notesSlides/notesSlide13.xml" Id="Ra605f2e1aaa44d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982b48117462e" /><Relationship Type="http://schemas.openxmlformats.org/officeDocument/2006/relationships/image" Target="/ppt/media/image15.bin" Id="R21a9e70b7b944c5e" /><Relationship Type="http://schemas.openxmlformats.org/officeDocument/2006/relationships/notesSlide" Target="/ppt/notesSlides/notesSlide14.xml" Id="R635c270f71144f6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b6fa0978b4c6f" /><Relationship Type="http://schemas.openxmlformats.org/officeDocument/2006/relationships/image" Target="/ppt/media/image16.bin" Id="R239f75dd942d41aa" /><Relationship Type="http://schemas.openxmlformats.org/officeDocument/2006/relationships/notesSlide" Target="/ppt/notesSlides/notesSlide15.xml" Id="Rb066e8d4ad5040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cae79f6864501" /><Relationship Type="http://schemas.openxmlformats.org/officeDocument/2006/relationships/image" Target="/ppt/media/image17.bin" Id="R04e3a36b6cbf4c72" /><Relationship Type="http://schemas.openxmlformats.org/officeDocument/2006/relationships/image" Target="/ppt/media/image18.bin" Id="Rbe7ad09ea82f45df" /><Relationship Type="http://schemas.openxmlformats.org/officeDocument/2006/relationships/image" Target="/ppt/media/image19.bin" Id="R213d0fa9de3a47c6" /><Relationship Type="http://schemas.openxmlformats.org/officeDocument/2006/relationships/notesSlide" Target="/ppt/notesSlides/notesSlide16.xml" Id="Rb0b2b81311c744a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46d70c5be428c" /><Relationship Type="http://schemas.openxmlformats.org/officeDocument/2006/relationships/image" Target="/ppt/media/image20.bin" Id="Rf0112b9b82af4ca2" /><Relationship Type="http://schemas.openxmlformats.org/officeDocument/2006/relationships/notesSlide" Target="/ppt/notesSlides/notesSlide17.xml" Id="Re3e3d44fbb3240a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955bbfebb4487" /><Relationship Type="http://schemas.openxmlformats.org/officeDocument/2006/relationships/notesSlide" Target="/ppt/notesSlides/notesSlide18.xml" Id="R438de929fbd045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d4966ec4d485b"/>
          <a:srcRect xmlns:a="http://schemas.openxmlformats.org/drawingml/2006/main" l="26863" t="0" r="268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53200" y="0"/>
            <a:ext cx="56388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427CE-5922-40E1-BAC8-0A1D825E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5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E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e659d1d9545f9"/>
          <a:srcRect xmlns:a="http://schemas.openxmlformats.org/drawingml/2006/main" l="0" t="31667" r="0" b="31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552450"/>
            <a:ext cx="1143000" cy="419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C6096-587B-4A62-9368-DC321F09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28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3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Tamas Flower Store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17561-B7C9-435B-9E7C-576241ED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Hướng dẫn quản lý sản phẩm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D18DC-9800-4274-BE44-10DFAD04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670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CMS &amp; Website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4E613-8844-49B8-A1C9-4F3A7CC1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F6269-7FD9-431F-8DD3-8817351C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Dành cho chị chủ shop</a:t>
            </a:r>
          </a:p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Không cần biết kỹ thuật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3BDB3-3ABB-4626-B8CB-B05C45C5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Bản training nội bộ · 25.09.2026</a:t>
            </a:r>
          </a:p>
        </p:txBody>
      </p:sp>
    </p:spTree>
    <p:extLst>
      <p:ext uri="{BB962C8B-B14F-4D97-AF65-F5344CB8AC3E}">
        <p14:creationId xmlns:p14="http://schemas.microsoft.com/office/powerpoint/2010/main" val="553555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644FC-1246-436A-B319-EE090264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Chị cần nhớ đúng 2 nơi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CA98A-FFED-4999-9F70-9C88EBAB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Lưu cả hai link vào Dấu trang để mở lại khi cần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0f91ff95642a1"/>
          <a:srcRect xmlns:a="http://schemas.openxmlformats.org/drawingml/2006/main" l="0" t="13542" r="0" b="135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305050"/>
            <a:ext cx="4572000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0A0B5-9704-4B0F-A375-14396DF5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DDF24-9D94-4E22-8595-02AAB395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98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Website khách xem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EF975-14D8-41BA-B3E8-98A3500D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tamas-flower-store-olive.vercel.app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C19E3-142D-4F2D-AC77-59E7880F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575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97BF9-011B-406E-A3E2-729FF3DC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290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5D687-DC5F-40D4-915B-81BE311A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576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Trang quản lý CMS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81A44-1198-46F1-A209-C12A5E2E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05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tamas-flower-store-olive.vercel.app/admin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6D970-1FE4-4FB5-B8AF-ECC17ACE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149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CMS là nơi chị thêm, sửa, ẩn sản phẩm.</a:t>
            </a:r>
          </a:p>
        </p:txBody>
      </p:sp>
    </p:spTree>
    <p:extLst>
      <p:ext uri="{BB962C8B-B14F-4D97-AF65-F5344CB8AC3E}">
        <p14:creationId xmlns:p14="http://schemas.microsoft.com/office/powerpoint/2010/main" val="20483790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30D8C0-A530-4B9D-94B3-E3D71A75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Sản phẩm đi từ CMS ra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E572C-05E7-4D49-BF2D-C3977E5A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cập nhật trong CMS, sau đó nhấn Publish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53C79-19F0-4B49-A975-673C567E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4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092D7-E88A-4233-ADC3-1DEFA75E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8384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4F234-16DD-44F1-AC56-2137DA15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Nhập sản phẩm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9378E-4373-40E8-9BB3-51E213F0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435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Tên, ảnh, giá, mô tả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6115D-2D5E-4C52-89FC-10AEE324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71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0912E-C40D-4529-8CEE-D9842A06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384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FFFDFC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FFFDFC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F9D16-60BA-4620-92F5-C5AEDE90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577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Nhấn Publish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2E3DC-81C5-4442-BCC8-C2ED6C3E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1435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Lưu thay đổi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7DC14-5CD5-46FD-B6C6-B567F4C0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4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52D0A-C3B6-492C-9175-43309D7D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384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EC584-E945-4DB9-9D0D-C8E5C35A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577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Khách xem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website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4F8DAC-5B22-4EDC-9D17-AECF1AF4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435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Catalog và trang chi tiết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2404B-7430-46E9-8E8A-99DA345E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81375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6E1ED-4D8F-4171-BAA4-F60AC2C3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81375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</p:spTree>
    <p:extLst>
      <p:ext uri="{BB962C8B-B14F-4D97-AF65-F5344CB8AC3E}">
        <p14:creationId xmlns:p14="http://schemas.microsoft.com/office/powerpoint/2010/main" val="14631343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C73F4-EC12-45AA-B94E-482AC0B4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Đăng nhập bằng Google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F21C5-6AD5-46CF-818B-D67E64F2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dùng đúng Gmail đã được mời vào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E878F-36A7-468A-BE0B-89AFE7BF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Không cần tạo mật khẩu Sanity riêng.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1B8FE-118B-4117-85F6-A36E37F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286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1. Mở trang quản lý</a:t>
            </a:r>
          </a:p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2. Bấm Google</a:t>
            </a:r>
          </a:p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3. Chọn Gmail của chị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62710-907C-4D84-999B-C51565AB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Nếu không vào được, kiểm tra Gmail đó đã được mời chưa.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9aee07d9f4e8a"/>
          <a:srcRect xmlns:a="http://schemas.openxmlformats.org/drawingml/2006/main" l="5966" t="0" r="59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00700" y="1600200"/>
            <a:ext cx="5905500" cy="4191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64CC6-B1E1-406F-BF36-39C155BB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67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16F83-05EC-491F-B39C-CEBD3B63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338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Bấm Google</a:t>
            </a:r>
          </a:p>
        </p:txBody>
      </p:sp>
    </p:spTree>
    <p:extLst>
      <p:ext uri="{BB962C8B-B14F-4D97-AF65-F5344CB8AC3E}">
        <p14:creationId xmlns:p14="http://schemas.microsoft.com/office/powerpoint/2010/main" val="9565407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12632-CE28-455A-A137-ED02D59E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Mời đúng Gmail là đủ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AFC6F-A8F2-464B-8328-6482042A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Không cấp một bộ mật khẩu Sanity khác cho chị chủ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7ae8e6d3f4f34"/>
          <a:srcRect xmlns:a="http://schemas.openxmlformats.org/drawingml/2006/main" l="0" t="1429" r="0" b="14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238375"/>
            <a:ext cx="3333750" cy="3238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CCFFB-B595-4602-87C1-42E4F2DE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14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NGƯỜI QUẢN LÝ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2BCC4-98C1-49E0-8493-FCB96C60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5095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Mời Gmail của chị vào</a:t>
            </a:r>
          </a:p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Sanity Manage → Project → Members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3C98D-0E03-4A21-9908-4AC5823A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90900"/>
            <a:ext cx="566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2F619-3589-4DBD-BE8C-220913AD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14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CHỊ CHỦ SHOP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AD420-3E41-4EFE-97C9-14A4A920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29075"/>
            <a:ext cx="557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Mở /admin → bấm Google → chọn đúng Gmail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F5AB0-0360-4E91-8D0B-4A1227F5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29175"/>
            <a:ext cx="566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Trên gói có Editor: dùng Editor.</a:t>
            </a:r>
          </a:p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Nếu project đang Free: Viewer không thể Publish; cần cân nhắc quyền Administrator hoặc nâng gói.</a:t>
            </a:r>
          </a:p>
        </p:txBody>
      </p:sp>
    </p:spTree>
    <p:extLst>
      <p:ext uri="{BB962C8B-B14F-4D97-AF65-F5344CB8AC3E}">
        <p14:creationId xmlns:p14="http://schemas.microsoft.com/office/powerpoint/2010/main" val="14464495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47173-96FA-4623-B59B-AC6ACE0D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Khu vực chị dùng hằng ngày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A753A-F4F2-41EC-A684-6CE90C0E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chỉ cần vào mục Sản phẩm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d77f703a943e1"/>
          <a:srcRect xmlns:a="http://schemas.openxmlformats.org/drawingml/2006/main" l="1940" t="0" r="1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8050" y="1562100"/>
            <a:ext cx="4248150" cy="441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294D8-C856-4372-B446-903206C8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Sản phẩm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6697E-94BE-40D7-A80A-6A6D97E9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Tất cả sản phẩm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7378F-DA2B-4FFE-83D0-12DB2E2F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67125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Tìm sản phẩm</a:t>
            </a:r>
          </a:p>
          <a:p xmlns:a="http://schemas.openxmlformats.org/drawingml/2006/main">
            <a:pPr>
              <a:defRPr sz="17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Mở để sửa</a:t>
            </a:r>
          </a:p>
          <a:p xmlns:a="http://schemas.openxmlformats.org/drawingml/2006/main">
            <a:pPr>
              <a:defRPr sz="17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Create để thêm mới</a:t>
            </a:r>
          </a:p>
          <a:p xmlns:a="http://schemas.openxmlformats.org/drawingml/2006/main">
            <a:pPr>
              <a:defRPr sz="17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Publish để lưu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F85B1-523B-496A-AEFD-D08784EA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Không vào Settings, Tokens, API hay các phần cài đặt khác.</a:t>
            </a:r>
          </a:p>
        </p:txBody>
      </p:sp>
    </p:spTree>
    <p:extLst>
      <p:ext uri="{BB962C8B-B14F-4D97-AF65-F5344CB8AC3E}">
        <p14:creationId xmlns:p14="http://schemas.microsoft.com/office/powerpoint/2010/main" val="14672072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79E933-312C-4271-9B69-AD1042E0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Tạo một sản phẩm mới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E2E16-1ACF-461A-B189-85D8E791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điền lần lượt, rồi Publish một lần ở cuối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EC955-2D4F-4CA3-95D5-2F0AB59E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7C5F1-EA49-4908-B9D8-4DFE5A9C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Create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82013-5021-4A30-B4E4-19AB1374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71775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9293B-CD09-4E27-88E7-11AC4793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7E314-DF86-46AA-BEB7-4D142F02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Tên + Đường dẫn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CBC7E-E5CE-4A76-92A6-75BB2AC3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71775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0813F-8063-4332-BC54-C8A6CF38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20B88-977B-414E-B8B9-CF5FF6CC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Danh mục + ảnh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FDF11-7CDA-42CF-AB21-5504B516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71775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0ABD1-2619-4212-86E4-AB90F413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DA686A-5317-4C61-BECD-C624A586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Giá + mô tả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F76BE-61EB-4CF0-B9AB-80D5C055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71775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4A0C4-DF3B-4CCB-8CAA-8289F31F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ACB884-3D62-487A-B48E-17E18F4C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Publish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2077d551d4a8a"/>
          <a:srcRect xmlns:a="http://schemas.openxmlformats.org/drawingml/2006/main" l="0" t="18214" r="0" b="18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4029075"/>
            <a:ext cx="2667000" cy="1695450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bae75e6a24633"/>
          <a:srcRect xmlns:a="http://schemas.openxmlformats.org/drawingml/2006/main" l="0" t="18214" r="0" b="18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4029075"/>
            <a:ext cx="2667000" cy="169545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360d8e736427e"/>
          <a:srcRect xmlns:a="http://schemas.openxmlformats.org/drawingml/2006/main" l="0" t="18214" r="0" b="18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4029075"/>
            <a:ext cx="2667000" cy="1695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05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29FE7-26F1-4C4F-87B4-9BBE9DB6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Tên, Đường dẫn và Danh mục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5AC7C-143F-4DCD-9E15-6240F4CF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Danh mục quyết định khách tìm thấy sản phẩm ở đâu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31F61-EC4C-4B04-8388-BD8E4317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Tên sản phẩm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97C07-E1D6-4FA8-89CF-92F85318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Ví dụ: Bó hoa Pink Love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8D854-E501-48A3-8E1C-F60B65BF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Đường dẫn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C6DB9-7F04-466C-8B09-153794A7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4048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Tạo từ tên sản phẩm. Không tự đổi đường dẫn của mẫu đang bán nếu không cần.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620B8-7001-4586-9A0B-49A40489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171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Danh mục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F3EB3-ABAF-41B0-8FB3-D9E5457B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193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1.  Hoa tươi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F4239-3A03-4FA8-92A9-48E83286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099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2.  Hoa sáp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AF17F-327D-4814-B538-2FFB0985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8004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3.  Hoa lụa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091EE-099A-4792-B84F-A1ACDDE2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193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4.  Hoa len &amp; gấu bông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E570B-45D5-46E7-B181-C7252F06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099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5.  Hộp hoa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ABA3E-CDF1-47FA-84E1-CF8BFF32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004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6.  Hoa cưới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6d5a947e24018"/>
          <a:srcRect xmlns:a="http://schemas.openxmlformats.org/drawingml/2006/main" l="27179" t="0" r="271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34550" y="1952625"/>
            <a:ext cx="1695450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2566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09894-6CA1-4993-9BDE-5A867480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Hình ảnh 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BC31E-159E-4FB3-88FA-2FE830E1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Một sản phẩm có từ 1 đến 5 ảnh. Ảnh đầu tiên là ảnh đại diện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e62807104477f"/>
          <a:srcRect xmlns:a="http://schemas.openxmlformats.org/drawingml/2006/main" l="0" t="14706" r="0" b="14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90750"/>
            <a:ext cx="4857750" cy="3429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11C0D-5615-4F95-A237-BF8A99A6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3F6ED-F203-477A-A0C0-1418AA1F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Ảnh đầu tiên — ảnh đại diện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dffc3b70147fe"/>
          <a:srcRect xmlns:a="http://schemas.openxmlformats.org/drawingml/2006/main" l="7692" t="0" r="76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2190750"/>
            <a:ext cx="2095500" cy="24765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c5359fb4e243fe"/>
          <a:srcRect xmlns:a="http://schemas.openxmlformats.org/drawingml/2006/main" l="7692" t="0" r="76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4875" y="2190750"/>
            <a:ext cx="2095500" cy="2476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F8FD4-3670-4953-A477-210E0EE4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0540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Ưu tiên ảnh rõ, đủ sáng, ảnh dọc và không có giá cũ. Không dùng screenshot Facebook hay ảnh mờ.</a:t>
            </a:r>
          </a:p>
        </p:txBody>
      </p:sp>
    </p:spTree>
    <p:extLst>
      <p:ext uri="{BB962C8B-B14F-4D97-AF65-F5344CB8AC3E}">
        <p14:creationId xmlns:p14="http://schemas.microsoft.com/office/powerpoint/2010/main" val="2909654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491DF-97E8-4518-B21C-22755ABD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Giá 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3E438-30DD-47EA-926E-4688D842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Chọn Loại giá trước, rồi điền Giá khi cần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80AC5-87E7-478E-A315-6BB9886D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241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Giá cố định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3DDE7-9AD9-41C8-9F8E-50C096E3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185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7BB20-5A4A-4513-9FD7-118AF612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450000</a:t>
            </a:r>
          </a:p>
          <a:p xmlns:a="http://schemas.openxmlformats.org/drawingml/2006/main">
            <a:pPr>
              <a:defRPr sz="1725" b="1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→ 450.000đ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D92E8-B8A9-474E-8A5C-2BC999FA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241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Giá từ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2FD0C-D178-4E4C-BA8C-FD39DD16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95600"/>
            <a:ext cx="185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8944E-BEFA-427C-8DA5-AF7312E1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300000</a:t>
            </a:r>
          </a:p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→ Từ 300.000đ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E54C9-9BD6-4702-9A4D-E4D348A9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241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Liên hệ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6A2CB-0D4F-4BB5-8ADF-FB9789D8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95600"/>
            <a:ext cx="185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94DB8-9855-4719-A393-2E955311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Không nhập giá</a:t>
            </a:r>
          </a:p>
          <a:p xmlns:a="http://schemas.openxmlformats.org/drawingml/2006/main">
            <a:pPr>
              <a:defRPr sz="1725" b="1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→ Liên hệ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37E6DB-27AA-49CF-B565-C2C6EC69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054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Chỉ nhập số. Không nhập dấu chấm, chữ “đ” hay chữ “Từ” vào ô Giá.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d3b738d804d19"/>
          <a:srcRect xmlns:a="http://schemas.openxmlformats.org/drawingml/2006/main" l="30303" t="0" r="303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2095500"/>
            <a:ext cx="1238250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0012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05C06-C579-40D4-82FE-14D9CC64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Thông tin giúp khách hiểu mẫu hoa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D4A1E-AD55-4E18-BF81-DBD4C5C3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Mô tả ngắn, mô tả chi tiết, tông màu và dịp tặng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d38bf07de49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71700"/>
            <a:ext cx="371475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1988D-53AC-413F-9739-85707356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Mô tả ngắn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5D927-54B9-4B08-99ED-08B54108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19375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1 đến 3 câu, ví dụ:</a:t>
            </a:r>
          </a:p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Bó hoa tone hồng nhẹ nhàng, phù hợp sinh nhật và kỷ niệm.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D860C-E8B3-4A5A-AF75-E7492FF5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718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Mô tả chi tiết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80CF5-A321-4296-A491-6D3A9B44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71925"/>
            <a:ext cx="533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Ghi thêm loại hoa, tone màu, ý nghĩa hoặc lưu ý đặt trước.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5142E-B9F5-4114-9E5B-2D08AB3E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101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Tông màu &amp; Dịp tặng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4B7FA-7219-49B1-A040-194AFB9C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29225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Ví dụ: Hồng, Kem · Sinh nhật, Tình yêu</a:t>
            </a:r>
          </a:p>
        </p:txBody>
      </p:sp>
    </p:spTree>
    <p:extLst>
      <p:ext uri="{BB962C8B-B14F-4D97-AF65-F5344CB8AC3E}">
        <p14:creationId xmlns:p14="http://schemas.microsoft.com/office/powerpoint/2010/main" val="19480645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2744C-4C31-4B61-9944-7786D184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Bật và tắt hiển thị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9BB7B-557C-4691-B357-F8411A35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Đây là cách an toàn để tạm ngừng bán một sản phẩm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5b92358284cce"/>
          <a:srcRect xmlns:a="http://schemas.openxmlformats.org/drawingml/2006/main" l="1250" t="0" r="1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2076450"/>
            <a:ext cx="3714750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6EF9B-0A1A-489D-8ADC-DD104681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479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80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A8CCC-6546-459B-A483-5553EBD5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43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77806B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77806B"/>
                </a:solidFill>
                <a:latin typeface="Georgia"/>
                <a:ea typeface="Georgia"/>
                <a:cs typeface="Georgia"/>
              </a:rPr>
              <a:t>Bật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13E0C-0C48-4F58-9868-6BEBF8A4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908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Khách nhìn thấy trên website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4AF0D-7CEA-457E-825E-616798B8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8142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65974-805B-4CC5-9F23-3001E85B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F46E8-A1BD-4CD3-B1F2-901311FE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529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Tắt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63608-0F80-44EF-BD85-C495C381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006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Sản phẩm vẫn nằm trong CMS</a:t>
            </a:r>
          </a:p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nhưng khách không thấy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17DA6-EF41-42F4-83E5-73C10F48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293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Hết hàng? Ưu tiên tắt hiển thị thay vì xóa.</a:t>
            </a:r>
          </a:p>
        </p:txBody>
      </p:sp>
    </p:spTree>
    <p:extLst>
      <p:ext uri="{BB962C8B-B14F-4D97-AF65-F5344CB8AC3E}">
        <p14:creationId xmlns:p14="http://schemas.microsoft.com/office/powerpoint/2010/main" val="21372541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CC6C4-E5B7-4861-8E99-C6899AAF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Sản phẩm nổi bật ở trang chủ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78F1D-BCE7-4EF1-B6B9-0C376CCB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Trang chủ có danh sách chọn riêng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34407cc904d56"/>
          <a:srcRect xmlns:a="http://schemas.openxmlformats.org/drawingml/2006/main" l="11250" t="0" r="11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76450"/>
            <a:ext cx="2952750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3AF5D-D5B5-4D39-BA11-0ACF049C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Trong Sản phẩm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13A8B-B2FE-47AF-97E2-A90356FB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3367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Ô “Sản phẩm nổi bật”</a:t>
            </a:r>
          </a:p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chỉ là một đánh dấu trong sản phẩm.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0DA23-0B73-4796-91ED-C1A6D1A5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90950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8202A-91CA-4586-BFEA-3AB350A4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Trong Trang chủ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490E9-73BA-4E95-B836-8C221869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0100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Mục “Sản phẩm hiển thị trên trang chủ”</a:t>
            </a:r>
          </a:p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chọn riêng tối đa 3 mẫu.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C21E6-1FA1-4A52-846A-6FACC9FF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483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Vì vậy, muốn đổi khu “Được yêu thích tại Tamas”, chọn trong mục Trang chủ hoặc nhờ developer hỗ trợ.</a:t>
            </a:r>
          </a:p>
        </p:txBody>
      </p:sp>
    </p:spTree>
    <p:extLst>
      <p:ext uri="{BB962C8B-B14F-4D97-AF65-F5344CB8AC3E}">
        <p14:creationId xmlns:p14="http://schemas.microsoft.com/office/powerpoint/2010/main" val="4831252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9e70b7b944c5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5300C-15E0-4B16-859A-43B5ADBA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320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B39EF-7190-4B18-9DD8-3BFD73BE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0" i="0">
                <a:solidFill>
                  <a:srgbClr val="FFFDFC"/>
                </a:solidFill>
                <a:latin typeface="Georgia"/>
                <a:ea typeface="Georgia"/>
                <a:cs typeface="Georgia"/>
              </a:defRPr>
            </a:pPr>
            <a:r>
              <a:rPr sz="4500" b="0" i="0">
                <a:solidFill>
                  <a:srgbClr val="FFFDFC"/>
                </a:solidFill>
                <a:latin typeface="Georgia"/>
                <a:ea typeface="Georgia"/>
                <a:cs typeface="Georgia"/>
              </a:rPr>
              <a:t>Publish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B571A-17E3-4969-9F62-7012E4CB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DFC"/>
                </a:solidFill>
                <a:latin typeface="Arial"/>
                <a:ea typeface="Arial"/>
                <a:cs typeface="Arial"/>
              </a:rPr>
              <a:t>Sau khi kiểm tra xong, chị nhấn Publish để lưu và đưa thông tin mới lên website.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7FE75-4F55-43E5-AB86-1BB5233C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190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A65F6B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98D6A-26CB-4F2E-847C-333D44D7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FFDFC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FFDFC"/>
                </a:solidFill>
                <a:latin typeface="Georgia"/>
                <a:ea typeface="Georgia"/>
                <a:cs typeface="Georgia"/>
              </a:rPr>
              <a:t>Publish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A7A1A-08C7-4B66-A525-748176F3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4E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8F4EE"/>
                </a:solidFill>
                <a:latin typeface="Arial"/>
                <a:ea typeface="Arial"/>
                <a:cs typeface="Arial"/>
              </a:rPr>
              <a:t>Thông thường website cập nhật sau vài giây.</a:t>
            </a:r>
          </a:p>
        </p:txBody>
      </p:sp>
    </p:spTree>
    <p:extLst>
      <p:ext uri="{BB962C8B-B14F-4D97-AF65-F5344CB8AC3E}">
        <p14:creationId xmlns:p14="http://schemas.microsoft.com/office/powerpoint/2010/main" val="16185922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124CC-B4F0-4830-AF0F-108E31FF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Kiểm tra sản phẩm trên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18732-673D-48E6-8E60-59737451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Sau Publish, luôn mở catalog và trang chi tiết để xem lại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f75dd942d41aa"/>
          <a:srcRect xmlns:a="http://schemas.openxmlformats.org/drawingml/2006/main" l="7143" t="0" r="71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209800"/>
            <a:ext cx="2857500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A10F2-E89A-4459-A774-EC9FAF51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1. Vào /san-pham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D0D1B-70F7-4539-B8AE-BB7385EC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670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Tìm bằng tên, màu hoặc dịp tặng.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12804-C536-4885-B05B-34EDAFCC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861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2. Kiểm tra danh sách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714BB-1A34-4A34-B55C-E2FC6BFF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862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Ảnh đại diện · tên · giá · danh mục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37DB1-63E8-436A-8244-CEA65EF4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053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3. Mở trang chi tiết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100A6-F599-45B2-B6B1-8EA0536F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054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Kiểm tra thêm ảnh, mô tả, tông màu và dịp tặng.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8B503-592A-479C-B135-11810D84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Website tự xử lý tìm kiếm, lọc danh mục và phân trang.</a:t>
            </a:r>
          </a:p>
        </p:txBody>
      </p:sp>
    </p:spTree>
    <p:extLst>
      <p:ext uri="{BB962C8B-B14F-4D97-AF65-F5344CB8AC3E}">
        <p14:creationId xmlns:p14="http://schemas.microsoft.com/office/powerpoint/2010/main" val="3850390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BF6AF-CB3C-4422-BC55-97424BE8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Sửa, ẩn hoặc xóa 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D7179-BDEE-4CB1-A057-D19F7865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Mọi thay đổi cần Publish lại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7D524-3833-4F59-A947-68BC994D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77806B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77806B"/>
                </a:solidFill>
                <a:latin typeface="Georgia"/>
                <a:ea typeface="Georgia"/>
                <a:cs typeface="Georgia"/>
              </a:rPr>
              <a:t>Sửa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E6E3F-5087-4D56-9BBE-53D71718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045B8-2F7C-47BE-A9AE-7D50E7E0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Mở sản phẩm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Sửa nội dung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9038C-FFC2-4760-9CB3-4C3E7789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288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Ẩn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6049D-182E-4FDE-A567-8A69DE31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1942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77183-9195-4BCD-BB04-FD7F6186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956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Tắt Đang hiển thị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Publish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Giữ lại dữ liệu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95758-C2C1-4947-AD9A-B9CA5D54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288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Xóa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3E6D8-FA4E-411E-A9C6-0BF6D2D2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1942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5DA87-0C97-4AC8-AB82-0B4988F0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956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Chỉ khi chắc chắn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Delete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Xác nhận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3a36b6cbf4c72"/>
          <a:srcRect xmlns:a="http://schemas.openxmlformats.org/drawingml/2006/main" l="0" t="22609" r="0" b="22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4762500"/>
            <a:ext cx="2190750" cy="1200150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ad09ea82f45df"/>
          <a:srcRect xmlns:a="http://schemas.openxmlformats.org/drawingml/2006/main" l="0" t="22609" r="0" b="22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24350" y="4762500"/>
            <a:ext cx="2190750" cy="120015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d0fa9de3a47c6"/>
          <a:srcRect xmlns:a="http://schemas.openxmlformats.org/drawingml/2006/main" l="0" t="22609" r="0" b="22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8600" y="4762500"/>
            <a:ext cx="2190750" cy="12001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86FB1-D705-4B96-8AF4-919D064D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7220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Ưu tiên ẩn khi hết hàng hoặc muốn tạm dừng bán.</a:t>
            </a:r>
          </a:p>
        </p:txBody>
      </p:sp>
    </p:spTree>
    <p:extLst>
      <p:ext uri="{BB962C8B-B14F-4D97-AF65-F5344CB8AC3E}">
        <p14:creationId xmlns:p14="http://schemas.microsoft.com/office/powerpoint/2010/main" val="1806006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B6313E-412D-4910-9CA8-D739F51D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Nếu có vấn đề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0369A-37DF-474F-876C-2911FD9E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Kiểm tra nhanh trước khi liên hệ developer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81BA7-BAFA-43B1-A43B-95F1BA62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2A3AF-4B9D-40E3-9750-A72C01E9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Đã nhấn Publish chưa?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70FD3-D740-45A7-9D96-0E70E119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0032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56A73-2ED9-4210-B088-B2338391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67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B9B9A-2120-44D9-B056-652D8BB3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Đang hiển thị trên website đã bật chưa?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7D9E9-4EBD-420E-B723-B73FC6C7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1947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49152-75C7-45C5-A65A-8B05FCD1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6D1BB-4A35-4CF0-AB4B-8C7D7060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3380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Có tên, Đường dẫn và ít nhất một ảnh chưa?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32CDC-592E-4EEF-BF1E-BE95819F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6AF7C-3F5E-4C48-B752-08964614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80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5E6B7-B865-4132-AFD3-B694A967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5295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Danh mục và Dịp tặng có đúng không?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EB918-E290-49AD-82F3-09983A77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12b9b82af4ca2"/>
          <a:srcRect xmlns:a="http://schemas.openxmlformats.org/drawingml/2006/main" l="19231" t="0" r="192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05875" y="2000250"/>
            <a:ext cx="2286000" cy="3714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4AE2B1-B94D-4871-8041-2B7A38AA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Vẫn chưa đúng? Chụp màn hình sản phẩm trong CMS rồi gửi developer.</a:t>
            </a:r>
          </a:p>
        </p:txBody>
      </p:sp>
    </p:spTree>
    <p:extLst>
      <p:ext uri="{BB962C8B-B14F-4D97-AF65-F5344CB8AC3E}">
        <p14:creationId xmlns:p14="http://schemas.microsoft.com/office/powerpoint/2010/main" val="9746207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E6904A-A2E2-4CDB-8470-A531E3C0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Quy trình 12 bước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1E57F-C1D3-49B2-9407-8C2517F5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có thể chụp hoặc in slide này để dùng mỗi lần thêm hoa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B6656-D1CC-40C0-B24B-DF561E5C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AB3F3-0166-4EF2-A41E-9D516B69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193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Mở CMS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CCF4E-A90A-4107-87E1-B72992B9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45003-178E-4054-98DE-4603C205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717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Bấm Google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E7D2C-28C8-4895-8974-C3480753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3.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46C25-6278-437F-A9FA-405B9E6E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242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Vào Sản phẩm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A6227-3AC9-41B5-B29B-5AC6EA31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4.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D6E3B-5068-41B8-970B-BE9BBCCB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766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Chọn Create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501E6-E90A-4768-A339-5522873A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060EB-8828-4561-8646-AE7D5063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Tên + Đường dẫn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CB3149-0C20-498C-BF50-1DD03728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2C0AB-52A4-42F9-8751-62141E69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815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Danh mục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799E7-B33D-4D93-9013-CCFBEECD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02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7.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8E39DB-6E2C-4B51-AB44-63481434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193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1–5 ảnh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62DDBE-5005-4A1E-81D9-73CD0A10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527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8.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66A5A-F634-4015-B838-3F6F2A80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717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Loại giá + giá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0D4E4-79C8-403E-B153-37A0915C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051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9.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769323-8789-40EF-B7E1-4B149F07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242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Mô tả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FAC3D-1435-49AC-9488-AF65329A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576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10.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E072F4-C667-48E8-AFF3-A31545D9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766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Màu + dịp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396D00-C065-48B8-8276-95E81946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00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11.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7B7C07-46E1-48E4-8733-4FFC17AD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291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Bật hiển thị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E0FE7A-A1F7-4608-9DD9-771A5789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625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7780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7806B"/>
                </a:solidFill>
                <a:latin typeface="Georgia"/>
                <a:ea typeface="Georgia"/>
                <a:cs typeface="Georgia"/>
              </a:rPr>
              <a:t>12.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5E9C53-3358-4E54-852C-3810FD8D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815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Publish + kiểm tra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60FACB-FA64-4ADA-AC55-C856A4DA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4EF634-FD23-4D31-A5EE-47947B85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Nhớ: Không cần mật khẩu Sanity riêng. Chỉ bấm Google và chọn đúng Gmail đã được mời.</a:t>
            </a:r>
          </a:p>
        </p:txBody>
      </p:sp>
    </p:spTree>
    <p:extLst>
      <p:ext uri="{BB962C8B-B14F-4D97-AF65-F5344CB8AC3E}">
        <p14:creationId xmlns:p14="http://schemas.microsoft.com/office/powerpoint/2010/main" val="8720000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2026-09-25T02:58:48.5400000Z</dcterms:created>
  <dcterms:modified xsi:type="dcterms:W3CDTF">2026-09-25T02:58:48.5400000Z</dcterms:modified>
</coreProperties>
</file>