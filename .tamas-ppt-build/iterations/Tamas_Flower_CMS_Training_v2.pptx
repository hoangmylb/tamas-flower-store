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69a35efe714066" /><Relationship Type="http://schemas.openxmlformats.org/officeDocument/2006/relationships/extended-properties" Target="/docProps/app.xml" Id="R08e72e99330a4ff6" /><Relationship Type="http://schemas.openxmlformats.org/officeDocument/2006/relationships/officeDocument" Target="/ppt/presentation.xml" Id="R9643a915d3c3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bb61898b346e3"/>
  </p:sldMasterIdLst>
  <p:notesMasterIdLst>
    <p:notesMasterId xmlns:r="http://schemas.openxmlformats.org/officeDocument/2006/relationships" r:id="R7a3231a5a96849f9"/>
  </p:notesMasterIdLst>
  <p:sldIdLst>
    <p:sldId xmlns:r="http://schemas.openxmlformats.org/officeDocument/2006/relationships" id="256" r:id="Rbec15b7d23f84122"/>
    <p:sldId xmlns:r="http://schemas.openxmlformats.org/officeDocument/2006/relationships" id="257" r:id="R0d30a8bcef5b4841"/>
    <p:sldId xmlns:r="http://schemas.openxmlformats.org/officeDocument/2006/relationships" id="258" r:id="Rc1ac269dac8e4dc2"/>
    <p:sldId xmlns:r="http://schemas.openxmlformats.org/officeDocument/2006/relationships" id="259" r:id="Rf6a4aa24f2534ef6"/>
    <p:sldId xmlns:r="http://schemas.openxmlformats.org/officeDocument/2006/relationships" id="260" r:id="R91a2450f6b8746db"/>
    <p:sldId xmlns:r="http://schemas.openxmlformats.org/officeDocument/2006/relationships" id="261" r:id="R9c0bf7156c054be5"/>
    <p:sldId xmlns:r="http://schemas.openxmlformats.org/officeDocument/2006/relationships" id="262" r:id="R07fa7cc123c34bfc"/>
    <p:sldId xmlns:r="http://schemas.openxmlformats.org/officeDocument/2006/relationships" id="263" r:id="R4f068dbfefca47da"/>
    <p:sldId xmlns:r="http://schemas.openxmlformats.org/officeDocument/2006/relationships" id="264" r:id="R8b4cb34576f340aa"/>
    <p:sldId xmlns:r="http://schemas.openxmlformats.org/officeDocument/2006/relationships" id="265" r:id="R04c258b6532e497d"/>
    <p:sldId xmlns:r="http://schemas.openxmlformats.org/officeDocument/2006/relationships" id="266" r:id="Rc9ffed3e12414486"/>
    <p:sldId xmlns:r="http://schemas.openxmlformats.org/officeDocument/2006/relationships" id="267" r:id="R745f97690847486b"/>
    <p:sldId xmlns:r="http://schemas.openxmlformats.org/officeDocument/2006/relationships" id="268" r:id="Rb60673c1b0f44665"/>
    <p:sldId xmlns:r="http://schemas.openxmlformats.org/officeDocument/2006/relationships" id="269" r:id="R8f6d4829cd044000"/>
    <p:sldId xmlns:r="http://schemas.openxmlformats.org/officeDocument/2006/relationships" id="270" r:id="R717ffaf48ecd4426"/>
    <p:sldId xmlns:r="http://schemas.openxmlformats.org/officeDocument/2006/relationships" id="271" r:id="R3b1a094c25b842fc"/>
    <p:sldId xmlns:r="http://schemas.openxmlformats.org/officeDocument/2006/relationships" id="272" r:id="Rfccbfb54458542c0"/>
    <p:sldId xmlns:r="http://schemas.openxmlformats.org/officeDocument/2006/relationships" id="273" r:id="Rb7ac6322452b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87cc74a5e94838" /><Relationship Type="http://schemas.openxmlformats.org/officeDocument/2006/relationships/slideMaster" Target="/ppt/slideMasters/slideMaster1.xml" Id="R3b5bb61898b346e3" /><Relationship Type="http://schemas.openxmlformats.org/officeDocument/2006/relationships/notesMaster" Target="/ppt/notesMasters/notesMaster1.xml" Id="R7a3231a5a96849f9" /><Relationship Type="http://schemas.openxmlformats.org/officeDocument/2006/relationships/presProps" Target="/ppt/presProps.xml" Id="Rfb3f723b195b4a9a" /><Relationship Type="http://schemas.openxmlformats.org/officeDocument/2006/relationships/tableStyles" Target="/ppt/tableStyles.xml" Id="R2f56162b870a4a4c" /><Relationship Type="http://schemas.openxmlformats.org/officeDocument/2006/relationships/slide" Target="/ppt/slides/slide1.xml" Id="Rbec15b7d23f84122" /><Relationship Type="http://schemas.openxmlformats.org/officeDocument/2006/relationships/slide" Target="/ppt/slides/slide2.xml" Id="R0d30a8bcef5b4841" /><Relationship Type="http://schemas.openxmlformats.org/officeDocument/2006/relationships/slide" Target="/ppt/slides/slide3.xml" Id="Rc1ac269dac8e4dc2" /><Relationship Type="http://schemas.openxmlformats.org/officeDocument/2006/relationships/slide" Target="/ppt/slides/slide4.xml" Id="Rf6a4aa24f2534ef6" /><Relationship Type="http://schemas.openxmlformats.org/officeDocument/2006/relationships/slide" Target="/ppt/slides/slide5.xml" Id="R91a2450f6b8746db" /><Relationship Type="http://schemas.openxmlformats.org/officeDocument/2006/relationships/slide" Target="/ppt/slides/slide6.xml" Id="R9c0bf7156c054be5" /><Relationship Type="http://schemas.openxmlformats.org/officeDocument/2006/relationships/slide" Target="/ppt/slides/slide7.xml" Id="R07fa7cc123c34bfc" /><Relationship Type="http://schemas.openxmlformats.org/officeDocument/2006/relationships/slide" Target="/ppt/slides/slide8.xml" Id="R4f068dbfefca47da" /><Relationship Type="http://schemas.openxmlformats.org/officeDocument/2006/relationships/slide" Target="/ppt/slides/slide9.xml" Id="R8b4cb34576f340aa" /><Relationship Type="http://schemas.openxmlformats.org/officeDocument/2006/relationships/slide" Target="/ppt/slides/slide10.xml" Id="R04c258b6532e497d" /><Relationship Type="http://schemas.openxmlformats.org/officeDocument/2006/relationships/slide" Target="/ppt/slides/slide11.xml" Id="Rc9ffed3e12414486" /><Relationship Type="http://schemas.openxmlformats.org/officeDocument/2006/relationships/slide" Target="/ppt/slides/slide12.xml" Id="R745f97690847486b" /><Relationship Type="http://schemas.openxmlformats.org/officeDocument/2006/relationships/slide" Target="/ppt/slides/slide13.xml" Id="Rb60673c1b0f44665" /><Relationship Type="http://schemas.openxmlformats.org/officeDocument/2006/relationships/slide" Target="/ppt/slides/slide14.xml" Id="R8f6d4829cd044000" /><Relationship Type="http://schemas.openxmlformats.org/officeDocument/2006/relationships/slide" Target="/ppt/slides/slide15.xml" Id="R717ffaf48ecd4426" /><Relationship Type="http://schemas.openxmlformats.org/officeDocument/2006/relationships/slide" Target="/ppt/slides/slide16.xml" Id="R3b1a094c25b842fc" /><Relationship Type="http://schemas.openxmlformats.org/officeDocument/2006/relationships/slide" Target="/ppt/slides/slide17.xml" Id="Rfccbfb54458542c0" /><Relationship Type="http://schemas.openxmlformats.org/officeDocument/2006/relationships/slide" Target="/ppt/slides/slide18.xml" Id="Rb7ac6322452b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ace3e6216049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2469bcf10429a" /><Relationship Type="http://schemas.openxmlformats.org/officeDocument/2006/relationships/notesMaster" Target="/ppt/notesMasters/notesMaster1.xml" Id="R528e09bf4c6645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2dd7b8d2e94dea" /><Relationship Type="http://schemas.openxmlformats.org/officeDocument/2006/relationships/notesMaster" Target="/ppt/notesMasters/notesMaster1.xml" Id="R619aa2bed3df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d1bcd32cd4eb2" /><Relationship Type="http://schemas.openxmlformats.org/officeDocument/2006/relationships/notesMaster" Target="/ppt/notesMasters/notesMaster1.xml" Id="R1905734bffe9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09f6156f3b48ad" /><Relationship Type="http://schemas.openxmlformats.org/officeDocument/2006/relationships/notesMaster" Target="/ppt/notesMasters/notesMaster1.xml" Id="Rcea8bf1e05e74a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a279e0a5da4710" /><Relationship Type="http://schemas.openxmlformats.org/officeDocument/2006/relationships/notesMaster" Target="/ppt/notesMasters/notesMaster1.xml" Id="R5bc856bf646040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4f321c2644595" /><Relationship Type="http://schemas.openxmlformats.org/officeDocument/2006/relationships/notesMaster" Target="/ppt/notesMasters/notesMaster1.xml" Id="Re399e022ff73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02eccdb53647c9" /><Relationship Type="http://schemas.openxmlformats.org/officeDocument/2006/relationships/notesMaster" Target="/ppt/notesMasters/notesMaster1.xml" Id="R437e78e0e403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21b06ca6384939" /><Relationship Type="http://schemas.openxmlformats.org/officeDocument/2006/relationships/notesMaster" Target="/ppt/notesMasters/notesMaster1.xml" Id="R28ea127908b649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c7518a27d24e6e" /><Relationship Type="http://schemas.openxmlformats.org/officeDocument/2006/relationships/notesMaster" Target="/ppt/notesMasters/notesMaster1.xml" Id="Rb9a955c611824f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ce8c4e4e7d4049" /><Relationship Type="http://schemas.openxmlformats.org/officeDocument/2006/relationships/notesMaster" Target="/ppt/notesMasters/notesMaster1.xml" Id="R33985336ad474a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58ee0b2c314ae7" /><Relationship Type="http://schemas.openxmlformats.org/officeDocument/2006/relationships/notesMaster" Target="/ppt/notesMasters/notesMaster1.xml" Id="R4ef1ac8b6e2248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cd9e8e8d824b82" /><Relationship Type="http://schemas.openxmlformats.org/officeDocument/2006/relationships/notesMaster" Target="/ppt/notesMasters/notesMaster1.xml" Id="R3d90588d12c84a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0cc52ae3e5427c" /><Relationship Type="http://schemas.openxmlformats.org/officeDocument/2006/relationships/notesMaster" Target="/ppt/notesMasters/notesMaster1.xml" Id="R908fc2c6a0ad45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84387657a74d3d" /><Relationship Type="http://schemas.openxmlformats.org/officeDocument/2006/relationships/notesMaster" Target="/ppt/notesMasters/notesMaster1.xml" Id="R0b214580942445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2c7d61a97a42f6" /><Relationship Type="http://schemas.openxmlformats.org/officeDocument/2006/relationships/notesMaster" Target="/ppt/notesMasters/notesMaster1.xml" Id="R0c9b13850fe14e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5363bf883143a1" /><Relationship Type="http://schemas.openxmlformats.org/officeDocument/2006/relationships/notesMaster" Target="/ppt/notesMasters/notesMaster1.xml" Id="Rb3fc872cd6a447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30d561f6c54ea3" /><Relationship Type="http://schemas.openxmlformats.org/officeDocument/2006/relationships/notesMaster" Target="/ppt/notesMasters/notesMaster1.xml" Id="Raf82aeca078749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57de24e0f8499d" /><Relationship Type="http://schemas.openxmlformats.org/officeDocument/2006/relationships/notesMaster" Target="/ppt/notesMasters/notesMaster1.xml" Id="Rf8368edd19a14c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Hôm nay chị chỉ cần nhớ cách quản lý sản phẩm. Những phần kỹ thuật sẽ do developer phụ trách.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Chỉ hai link này là cần dùng hằng ngày. Website là nơi khách xem; CMS là nơi chị quản lý.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ngắn: chị chỉ nhập nội dung, sau đó bấm Publish. Website tự nhận phần còn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ảnh chụp thật ngày 25/09/2026. Trỏ vào nút Google và nhắc chị không dùng Email/password.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quyền: Sanity gắn membership với phương thức đăng nhập. Mời email cho tài khoản Google và dùng Google để đăng nhập. Nguồn: Sanity Roles, cập nhật 09/09/2026.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 login, vào mục Sản phẩm. Không cần chạm vào các mục cài đặt kỹ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cần nhập hoàn hảo ngay lần đầu. Đi theo đúng thứ tự này để không bỏ sót các mục cần thiết.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Chọn đúng danh mục. Trên website, Hộp hoa hiển thị với tên Flower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trực tiếp cách kéo ba ảnh vào. Nhắc chị ảnh đầu tiên là ảnh đại diện và giới hạn tối đa là năm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Đưa một ví dụ thật: 450000. Nói rằng chữ đ và Từ do website tự hiển thị.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thông tin màu sắc và dịp tặng giúp khách tìm ở catalog và giúp sản phẩm hiện trên trang dịp tặng phù hợp.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tạm ngưng bán, tắt Đang hiển thị trên website rồi Publish. Cách này giữ lại dữ liệu để dùng lại sau.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điểm cần nói rõ để chị không hiểu nhầm. Đừng hứa bật Featured sẽ tự lên trang chủ.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thao tác Publish. Nhắc chị chỉ cần nhấn một lần rồi chờ vài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thực tế đã được kiểm tra ở /san-pham và /san-pham/forever-pink. Khi training, cho chị tự tìm sản phẩm vừa tạo.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Xóa là thao tác cuối cùng. Luôn ưu tiên tắt Đang hiển thị trên website khi chưa chắc.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Chị không cần tự xử lý phần kỹ thuật. Nếu 4 bước này không giải quyết được, gửi ảnh chụp màn hình cho developer.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slide này. Khuyến khích chị lưu bài trình chiếu và file cheat sheet để tự xem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bfdd18225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66dedd4bf840be" /><Relationship Type="http://schemas.openxmlformats.org/officeDocument/2006/relationships/slideLayout" Target="/ppt/slideLayouts/slideLayout1.xml" Id="R36c5c8b4e4c249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5c8b4e4c249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6425affb646ed" /><Relationship Type="http://schemas.openxmlformats.org/officeDocument/2006/relationships/image" Target="/ppt/media/image.bin" Id="R64dabdac4a084ab7" /><Relationship Type="http://schemas.openxmlformats.org/officeDocument/2006/relationships/image" Target="/ppt/media/image.png" Id="R3138f6b9759c4996" /><Relationship Type="http://schemas.openxmlformats.org/officeDocument/2006/relationships/notesSlide" Target="/ppt/notesSlides/notesSlide1.xml" Id="R0d3e69fed5c141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145b7b97a42be" /><Relationship Type="http://schemas.openxmlformats.org/officeDocument/2006/relationships/image" Target="/ppt/media/image2.bin" Id="R76082f33b8414e33" /><Relationship Type="http://schemas.openxmlformats.org/officeDocument/2006/relationships/notesSlide" Target="/ppt/notesSlides/notesSlide2.xml" Id="R4c80229634c349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f3303cde544ee" /><Relationship Type="http://schemas.openxmlformats.org/officeDocument/2006/relationships/notesSlide" Target="/ppt/notesSlides/notesSlide3.xml" Id="Rb8edcf8cfac540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12fc11f0a42b9" /><Relationship Type="http://schemas.openxmlformats.org/officeDocument/2006/relationships/image" Target="/ppt/media/image2.png" Id="R7089c3e5c910492d" /><Relationship Type="http://schemas.openxmlformats.org/officeDocument/2006/relationships/notesSlide" Target="/ppt/notesSlides/notesSlide4.xml" Id="Rcb5dbe64e3eb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32322205a4e41" /><Relationship Type="http://schemas.openxmlformats.org/officeDocument/2006/relationships/image" Target="/ppt/media/image3.bin" Id="R08ad077656ce405c" /><Relationship Type="http://schemas.openxmlformats.org/officeDocument/2006/relationships/notesSlide" Target="/ppt/notesSlides/notesSlide5.xml" Id="Ra62dae89eed648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73fadaec46d1" /><Relationship Type="http://schemas.openxmlformats.org/officeDocument/2006/relationships/image" Target="/ppt/media/image4.bin" Id="R8f2bf2803c56464e" /><Relationship Type="http://schemas.openxmlformats.org/officeDocument/2006/relationships/notesSlide" Target="/ppt/notesSlides/notesSlide6.xml" Id="Rcb0e8895987543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79676971e4724" /><Relationship Type="http://schemas.openxmlformats.org/officeDocument/2006/relationships/image" Target="/ppt/media/image5.bin" Id="Rfc41bd1cc45544a2" /><Relationship Type="http://schemas.openxmlformats.org/officeDocument/2006/relationships/image" Target="/ppt/media/image6.bin" Id="R12a9322c44a244f0" /><Relationship Type="http://schemas.openxmlformats.org/officeDocument/2006/relationships/image" Target="/ppt/media/image7.bin" Id="R8db891f4815e489b" /><Relationship Type="http://schemas.openxmlformats.org/officeDocument/2006/relationships/notesSlide" Target="/ppt/notesSlides/notesSlide7.xml" Id="Rf6b53b0908bb48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1cdd2c6d9474f" /><Relationship Type="http://schemas.openxmlformats.org/officeDocument/2006/relationships/image" Target="/ppt/media/image8.bin" Id="Rb9c90c5b158e4bff" /><Relationship Type="http://schemas.openxmlformats.org/officeDocument/2006/relationships/notesSlide" Target="/ppt/notesSlides/notesSlide8.xml" Id="R171ed6afcbad49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c7173ba3b4a01" /><Relationship Type="http://schemas.openxmlformats.org/officeDocument/2006/relationships/image" Target="/ppt/media/image9.bin" Id="R3d6285e121ff40f8" /><Relationship Type="http://schemas.openxmlformats.org/officeDocument/2006/relationships/image" Target="/ppt/media/image10.bin" Id="Rbe7efab2d3e64280" /><Relationship Type="http://schemas.openxmlformats.org/officeDocument/2006/relationships/image" Target="/ppt/media/image.jpeg" Id="R0b16dcb3a40f428a" /><Relationship Type="http://schemas.openxmlformats.org/officeDocument/2006/relationships/notesSlide" Target="/ppt/notesSlides/notesSlide9.xml" Id="Ref8c9e692ff848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3e97e4e0f4049" /><Relationship Type="http://schemas.openxmlformats.org/officeDocument/2006/relationships/image" Target="/ppt/media/image11.bin" Id="R5fa71020e4a84e61" /><Relationship Type="http://schemas.openxmlformats.org/officeDocument/2006/relationships/notesSlide" Target="/ppt/notesSlides/notesSlide10.xml" Id="Rf1453bf719f946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d76c25c874267" /><Relationship Type="http://schemas.openxmlformats.org/officeDocument/2006/relationships/image" Target="/ppt/media/image12.bin" Id="R7468cddca3024835" /><Relationship Type="http://schemas.openxmlformats.org/officeDocument/2006/relationships/notesSlide" Target="/ppt/notesSlides/notesSlide11.xml" Id="R5e922026de5942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8ea2714ec4992" /><Relationship Type="http://schemas.openxmlformats.org/officeDocument/2006/relationships/image" Target="/ppt/media/image13.bin" Id="R374e0e5edf934102" /><Relationship Type="http://schemas.openxmlformats.org/officeDocument/2006/relationships/notesSlide" Target="/ppt/notesSlides/notesSlide12.xml" Id="R926c2508c9ed49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a5edbb2c14696" /><Relationship Type="http://schemas.openxmlformats.org/officeDocument/2006/relationships/image" Target="/ppt/media/image14.bin" Id="R9903fc193cdc4a9a" /><Relationship Type="http://schemas.openxmlformats.org/officeDocument/2006/relationships/notesSlide" Target="/ppt/notesSlides/notesSlide13.xml" Id="R8341854ea7da40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9b34572cb4106" /><Relationship Type="http://schemas.openxmlformats.org/officeDocument/2006/relationships/image" Target="/ppt/media/image15.bin" Id="R8185b2521aa54a8b" /><Relationship Type="http://schemas.openxmlformats.org/officeDocument/2006/relationships/notesSlide" Target="/ppt/notesSlides/notesSlide14.xml" Id="R5e8268a284d048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fc924d3204e61" /><Relationship Type="http://schemas.openxmlformats.org/officeDocument/2006/relationships/image" Target="/ppt/media/image16.bin" Id="R90179ddc2ee9478a" /><Relationship Type="http://schemas.openxmlformats.org/officeDocument/2006/relationships/notesSlide" Target="/ppt/notesSlides/notesSlide15.xml" Id="Ra76a2e14b42c48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51ddea6f74485" /><Relationship Type="http://schemas.openxmlformats.org/officeDocument/2006/relationships/image" Target="/ppt/media/image17.bin" Id="Rf84e200b8ca54976" /><Relationship Type="http://schemas.openxmlformats.org/officeDocument/2006/relationships/image" Target="/ppt/media/image18.bin" Id="Ra0032fe8ba71450d" /><Relationship Type="http://schemas.openxmlformats.org/officeDocument/2006/relationships/image" Target="/ppt/media/image19.bin" Id="Rfb211981511e46b8" /><Relationship Type="http://schemas.openxmlformats.org/officeDocument/2006/relationships/notesSlide" Target="/ppt/notesSlides/notesSlide16.xml" Id="R232d6318a22242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e0f73dc234898" /><Relationship Type="http://schemas.openxmlformats.org/officeDocument/2006/relationships/image" Target="/ppt/media/image20.bin" Id="Rf3bb20d05fc74045" /><Relationship Type="http://schemas.openxmlformats.org/officeDocument/2006/relationships/notesSlide" Target="/ppt/notesSlides/notesSlide17.xml" Id="Rbe4ad04d0dc046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d786b474347a1" /><Relationship Type="http://schemas.openxmlformats.org/officeDocument/2006/relationships/notesSlide" Target="/ppt/notesSlides/notesSlide18.xml" Id="Rbef1e768f8904c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abdac4a084ab7"/>
          <a:srcRect xmlns:a="http://schemas.openxmlformats.org/drawingml/2006/main" l="26863" t="0" r="26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95070-0B9A-4098-B508-FE093962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5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8f6b9759c4996"/>
          <a:srcRect xmlns:a="http://schemas.openxmlformats.org/drawingml/2006/main" l="0" t="31667" r="0" b="3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2450"/>
            <a:ext cx="114300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0566D-02E6-40FA-982B-6BB34274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Tamas Flower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F917B-6B7A-4AFE-899F-7A95B69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Hướng dẫn quản lý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E09BC-5591-45DE-86BE-2BFCB82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CMS &amp;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2B610-877F-44A7-91DD-FEAD39E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B4FF8-0449-4DA6-9E12-408555E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Dành cho chị chủ shop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cần biết kỹ thuật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B6928-0037-4E04-8DA6-865FCDF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Bản training nội bộ · 25.09.2026</a:t>
            </a:r>
          </a:p>
        </p:txBody>
      </p:sp>
    </p:spTree>
    <p:extLst>
      <p:ext uri="{BB962C8B-B14F-4D97-AF65-F5344CB8AC3E}">
        <p14:creationId xmlns:p14="http://schemas.microsoft.com/office/powerpoint/2010/main" val="1677325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14509-BF73-43C6-899F-A05926EF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Chị cần nhớ đúng 2 nơi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78D8C-5570-4DBF-92E9-1186E9F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cả hai link vào Dấu trang để mở lại khi cần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82f33b8414e33"/>
          <a:srcRect xmlns:a="http://schemas.openxmlformats.org/drawingml/2006/main" l="0" t="13542" r="0" b="13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05050"/>
            <a:ext cx="4572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A7F9C-CC92-4A1E-9A2B-2133892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EE430-537B-4112-B93A-38287D5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 khách xem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DD7B-5968-4AB8-96B8-7D6629D4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EFAE9-EFA5-4604-86C9-C5BA6C7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575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9A1E2-046B-4881-8249-5891E68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45BD4-81FC-4478-927E-AD5AD4F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Trang quản lý 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F2E16-504F-4D36-8CEB-B4025F34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BC686-E761-46B2-8EFF-FBE2205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CMS là nơi chị thêm, sửa, ẩn sản phẩm.</a:t>
            </a:r>
          </a:p>
        </p:txBody>
      </p:sp>
    </p:spTree>
    <p:extLst>
      <p:ext uri="{BB962C8B-B14F-4D97-AF65-F5344CB8AC3E}">
        <p14:creationId xmlns:p14="http://schemas.microsoft.com/office/powerpoint/2010/main" val="1930267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94539-C2A7-45CC-9AD7-103612B7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đi từ CMS ra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C04DD-C585-4176-BE4C-18AD345C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cập nhật trong CMS, sau đó nhấn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351F5-7CC0-4EDD-95B8-CEC58FB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2F98F-E96E-4F75-A6F1-4134B5E3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E5980-638A-47B0-86A6-E2CA053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Nhập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F3E7F-DDBE-45DB-8A6C-DD609B5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Tên, ảnh, giá, mô tả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E440A-56F6-44E2-A700-7D990923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E6AE1-2C6D-4455-953E-F86E8C46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A45C6-4765-4008-9CA5-75731365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Nhấn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7253C-D318-4055-91C7-F3A870C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thay đổi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76AF6-BD96-41DE-972E-8AE81B8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41590-34F2-4B89-B9EF-10D295CB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96783-DA64-49A1-81E2-40E7A951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Khách xem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28203-D8EB-4553-B212-B26E811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Catalog và trang chi tiết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D05F0-1BEB-4357-BE6F-16039CE7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2883A-7056-4C39-AA66-129FA0B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</p:spTree>
    <p:extLst>
      <p:ext uri="{BB962C8B-B14F-4D97-AF65-F5344CB8AC3E}">
        <p14:creationId xmlns:p14="http://schemas.microsoft.com/office/powerpoint/2010/main" val="1426004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7E08C-EA1F-4359-A287-4ED29D57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Đăng nhập bằng Google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7788-92CF-44C3-9F88-91F44407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dùng đúng Gmail đã được mời vào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765D1-30B3-46E5-93E2-2EE160D6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Không cần tạo mật khẩu Sanity riêng.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E2A0F-4D62-4A24-9D6D-911F4082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Mở trang quản lý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Bấm Google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Chọn Gmail của chị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A08E4-4639-4AD7-93D6-2F6D7BE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không vào được, kiểm tra Gmail đó đã được mời chưa.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9c3e5c910492d"/>
          <a:srcRect xmlns:a="http://schemas.openxmlformats.org/drawingml/2006/main" l="5966" t="0" r="5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1600200"/>
            <a:ext cx="59055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6D8DF-F0C8-4A76-AF88-A64DD89F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023CD-96D9-4024-950F-12F36FA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</p:spTree>
    <p:extLst>
      <p:ext uri="{BB962C8B-B14F-4D97-AF65-F5344CB8AC3E}">
        <p14:creationId xmlns:p14="http://schemas.microsoft.com/office/powerpoint/2010/main" val="837856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4F48F-D6BE-46DC-BAE1-36DF8A5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đúng Gmail là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E5495-A69F-4D7F-9D77-43AEE99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cấp một bộ mật khẩu Sanity khác cho chị chủ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d077656ce405c"/>
          <a:srcRect xmlns:a="http://schemas.openxmlformats.org/drawingml/2006/main" l="0" t="1429" r="0" b="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38375"/>
            <a:ext cx="3333750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56EBD-2EE2-4A16-9536-C480B91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NGƯỜI QUẢN LÝ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7684D-E97D-4515-8830-2EC11A3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Gmail của chị vào</a:t>
            </a:r>
          </a:p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Sanity Manage → Project →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BAB82-6CA9-4812-AEC1-C3A218D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F2773-FC82-40FA-A7CF-147720BF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CHỊ CHỦ 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B3C90-00EA-43ED-B98E-6995CCEA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Mở /admin → bấm Google → chọn đúng Gmail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E5E82-3852-46FD-A5F0-56174F3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Trên gói có Editor: dùng Editor.</a:t>
            </a:r>
          </a:p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project đang Free: Viewer không thể Publish; cần cân nhắc quyền Administrator hoặc nâng gói.</a:t>
            </a:r>
          </a:p>
        </p:txBody>
      </p:sp>
    </p:spTree>
    <p:extLst>
      <p:ext uri="{BB962C8B-B14F-4D97-AF65-F5344CB8AC3E}">
        <p14:creationId xmlns:p14="http://schemas.microsoft.com/office/powerpoint/2010/main" val="719198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2A271-314D-4CFC-BB2E-0DF42B9A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Khu vực chị dùng hằng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7D5B6-BFA8-4BDC-9FD1-1D49348F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chỉ cần vào mục Sản phẩm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bf2803c56464e"/>
          <a:srcRect xmlns:a="http://schemas.openxmlformats.org/drawingml/2006/main" l="1940" t="0" r="1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562100"/>
            <a:ext cx="424815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5C47B-CAF5-466C-B41C-D5EC10B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6BEB-0F67-4829-B1BA-C5986DAC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Tất cả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541EC-AB0E-45C5-8DA7-E63C3CB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sản phẩm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để sửa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Create để thêm mới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để lưu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F8F4A-8450-4628-AA14-2DC48689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vào Settings, Tokens, API hay các phần cài đặt khác.</a:t>
            </a:r>
          </a:p>
        </p:txBody>
      </p:sp>
    </p:spTree>
    <p:extLst>
      <p:ext uri="{BB962C8B-B14F-4D97-AF65-F5344CB8AC3E}">
        <p14:creationId xmlns:p14="http://schemas.microsoft.com/office/powerpoint/2010/main" val="1700258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60B6C-4FD9-4B8F-8E3F-B090B563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Tạo một sản phẩm mới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E8C1E-F052-4AE0-BBA8-F649A745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điền lần lượt, rồi Publish một lần ở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FB5B2-2474-4A80-9E0D-8FD338E6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DE8FB-EF9E-466E-B973-8D61738C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14E56-BD3E-45B1-B2D5-05A8BAC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DB3D3-3252-4ADE-BFB1-92AAC49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7F43E-22A6-4C0C-9A9F-3F3BC3AF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 + Đường dẫn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4C03E-C0F0-4727-A370-B977689B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A0C49-BE4B-430F-834D-868B827B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5D1CC-BD9C-4732-9BAA-72A4A465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+ ảnh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AE7F8-57FA-43AA-A3DF-C29852B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8AC9B-59DC-4FB1-97E3-19D805ED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7855E-096F-45FD-84A9-97844DB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+ mô tả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F05A1-3B57-404C-9060-86CAD587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6B41D-CFE4-4C8E-A643-F744B5D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6077F-B3A4-4174-BF15-C1AB1AC3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1bd1cc45544a2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9322c44a244f0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891f4815e489b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29075"/>
            <a:ext cx="2667000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82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899A2-D7A1-4BA1-A023-FAAFDD5F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Tên, Đường dẫn và Danh mục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CF008-EA7C-4703-B969-FA6C751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Danh mục quyết định khách tìm thấy sản phẩm ở đâu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C57BC-4C47-4B69-80AB-D987658A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Tên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99CFF-1F2D-4BCC-A5E0-BD336776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Ví dụ: Bó hoa Pink Love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E08B0-C9F0-4B4A-AC9E-4109C767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Đường dẫn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AC082-3E4C-4062-9525-DEA7C527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Tạo từ tên sản phẩm. Không tự đổi đường dẫn của mẫu đang bán nếu không cần.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438E1-6C50-41F5-940C-7350AA6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4393F-2400-4E2B-B6C3-8AD4F6DD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 Hoa tươi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C16C0-9332-46EA-9056-8A1F9FE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 Hoa sáp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D0BE9-0FD3-490F-B233-196C942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 Hoa lụa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37EB3-BF0D-477F-9830-EABF9F0B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4.  Hoa len &amp; gấu bông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32942-EC23-40EE-93A3-87120F2F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5.  Hộp hoa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19BEF-0B92-4C1D-9072-403A759B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6.  Hoa cưới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90c5b158e4bff"/>
          <a:srcRect xmlns:a="http://schemas.openxmlformats.org/drawingml/2006/main" l="27179" t="0" r="27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550" y="1952625"/>
            <a:ext cx="16954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98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AA415-A1C5-4DEF-BED8-7A074279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Hình ảnh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C4886-DB3D-45F1-A950-C981F12C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Một sản phẩm có từ 1 đến 5 ảnh. Ảnh đầu tiên là ảnh đại diện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285e121ff40f8"/>
          <a:srcRect xmlns:a="http://schemas.openxmlformats.org/drawingml/2006/main" l="0" t="14706" r="0" b="1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485775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2963E-C8DF-4B13-B6AC-0A9B778F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0D39-D6DD-437E-8DCA-F1EBC3D4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Ảnh đầu tiên — ảnh đại diện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efab2d3e64280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190750"/>
            <a:ext cx="20955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dcb3a40f428a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2190750"/>
            <a:ext cx="2095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218C5-2553-45EA-B6B8-0B7A7368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Ưu tiên ảnh rõ, đủ sáng, ảnh dọc và không có giá cũ. Không dùng screenshot Facebook hay ảnh mờ.</a:t>
            </a:r>
          </a:p>
        </p:txBody>
      </p:sp>
    </p:spTree>
    <p:extLst>
      <p:ext uri="{BB962C8B-B14F-4D97-AF65-F5344CB8AC3E}">
        <p14:creationId xmlns:p14="http://schemas.microsoft.com/office/powerpoint/2010/main" val="12337658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139E7-0820-40AD-A5C2-F2335269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E1DBC-27BC-46BF-9C77-9FF6AB05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Chọn Loại giá trước, rồi điền Giá khi cần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BE923-D0E8-46AD-82C1-4C4522C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cố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DE4ED-0931-457C-9DEA-0C20C23E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05D89-6162-4193-8CD3-18910A7E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450000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450.000đ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DE752-E1AF-4E43-B70B-B427F0C6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Giá từ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AE44B-2822-48AD-8966-CEA0C454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B0216-C49C-46D2-9D11-54909BEF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300000</a:t>
            </a:r>
          </a:p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→ Từ 300.000đ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80B8D-FB7C-4CBD-97D0-17B2D4E5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Liên hệ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C8B39-FD7D-4E94-941D-EFC0800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E04B1-9358-4F05-A3E3-CD7732E3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nhập giá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Liên hệ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A5745-C77C-4265-9796-5B4E0E8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Chỉ nhập số. Không nhập dấu chấm, chữ “đ” hay chữ “Từ” vào ô Giá.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71020e4a84e61"/>
          <a:srcRect xmlns:a="http://schemas.openxmlformats.org/drawingml/2006/main" l="30303" t="0" r="303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2095500"/>
            <a:ext cx="1238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63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DF450-7532-4510-B380-E8F019A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Thông tin giúp khách hiểu mẫu hoa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5E517-0157-4B9A-93DF-1BEB77D5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Mô tả ngắn, mô tả chi tiết, tông màu và dịp tặng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8cddca30248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762D9-968B-46E9-8767-E1EDB3E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ngắn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26079-6DD4-442B-A5F9-8C5CAF5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 đến 3 câu, ví dụ:</a:t>
            </a:r>
          </a:p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Bó hoa tone hồng nhẹ nhàng, phù hợp sinh nhật và kỷ niệm.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3BF32-DC22-4462-833C-6361B1C6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chi tiết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5D9B6-A39A-440D-AD70-7965AEC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71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Ghi thêm loại hoa, tone màu, ý nghĩa hoặc lưu ý đặt trước.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39C86-1267-46A7-9DF8-FA97C73C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Tông màu &amp; Dịp tặng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DD298-828C-46FE-B614-F7EBD3D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Ví dụ: Hồng, Kem · Sinh nhật, Tình yêu</a:t>
            </a:r>
          </a:p>
        </p:txBody>
      </p:sp>
    </p:spTree>
    <p:extLst>
      <p:ext uri="{BB962C8B-B14F-4D97-AF65-F5344CB8AC3E}">
        <p14:creationId xmlns:p14="http://schemas.microsoft.com/office/powerpoint/2010/main" val="786087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1524D-2628-42E2-86E3-9D7367B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Bật và tắt hiển thị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3795C-3B38-41DA-BBB5-4D06FD7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Đây là cách an toàn để tạm ngừng bán một sản phẩm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e0e5edf934102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76450"/>
            <a:ext cx="371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7640C-DB7F-49F2-9868-B08DD3C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E4BE1-26BF-41F9-8C4F-C5ADA52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Bật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4A751-28DD-4244-9C2A-11DB2555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Khách nhìn thấy trên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19F7-79E8-4BD2-B41D-0BAAC8F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EBB2D-D6A3-4C66-9C7F-32BEEC11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0BE3D-B551-40CF-A2B3-1239729C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Tắt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62941-948C-40D5-80F5-83E7F787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Sản phẩm vẫn nằm trong CMS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nhưng khách không thấy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1EA7B-1222-425B-8A54-07E824DB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Hết hàng? Ưu tiên tắt hiển thị thay vì xóa.</a:t>
            </a:r>
          </a:p>
        </p:txBody>
      </p:sp>
    </p:spTree>
    <p:extLst>
      <p:ext uri="{BB962C8B-B14F-4D97-AF65-F5344CB8AC3E}">
        <p14:creationId xmlns:p14="http://schemas.microsoft.com/office/powerpoint/2010/main" val="5317506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B638F-46E6-4763-853C-696D69BD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nổi bật ở trang chủ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BCE44-95A3-4D9A-8D57-1B2AFFE7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Trang chủ có danh sách chọn riêng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3fc193cdc4a9a"/>
          <a:srcRect xmlns:a="http://schemas.openxmlformats.org/drawingml/2006/main" l="11250" t="0" r="1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2952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FE1EC-4CEC-4557-9AA0-10CBE676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90789-7A8B-4CB6-A356-D828A4A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Ô “Sản phẩm nổi bật”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là một đánh dấu trong sản phẩm.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EAB26-1175-4E21-9B3E-3B548EAA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194C8-D6D6-430D-83DC-45B8D7C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Trang chủ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A39F9-0287-4A02-AD6C-3CF19A0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Mục “Sản phẩm hiển thị trên trang chủ”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riêng tối đa 3 mẫu.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D2032-0896-42B0-A47C-62B5984E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Vì vậy, muốn đổi khu “Được yêu thích tại Tamas”, chọn trong mục Trang chủ hoặc nhờ developer hỗ trợ.</a:t>
            </a:r>
          </a:p>
        </p:txBody>
      </p:sp>
    </p:spTree>
    <p:extLst>
      <p:ext uri="{BB962C8B-B14F-4D97-AF65-F5344CB8AC3E}">
        <p14:creationId xmlns:p14="http://schemas.microsoft.com/office/powerpoint/2010/main" val="9795451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5b2521aa54a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8253D-0C6D-41B6-B11A-3298023F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32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040C9-E364-46AC-BBB6-9267F74F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73559-CD6D-46C8-AC9D-31C0296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Sau khi kiểm tra xong, chị nhấn Publish để lưu và đưa thông tin mới lên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A7DA2-3418-486C-B9B8-F8FA4E24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A65F6B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AA7B5-4C1C-415B-89F6-53BA294A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D6F3-EF45-4883-8436-7969CFB2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4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8F4EE"/>
                </a:solidFill>
                <a:latin typeface="Arial"/>
                <a:ea typeface="Arial"/>
                <a:cs typeface="Arial"/>
              </a:rPr>
              <a:t>Thông thường website cập nhật sau vài giây.</a:t>
            </a:r>
          </a:p>
        </p:txBody>
      </p:sp>
    </p:spTree>
    <p:extLst>
      <p:ext uri="{BB962C8B-B14F-4D97-AF65-F5344CB8AC3E}">
        <p14:creationId xmlns:p14="http://schemas.microsoft.com/office/powerpoint/2010/main" val="485305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2F450-1AAB-491B-ABEC-67AF6E7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Kiểm tra sản phẩm trên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39C04-3A0A-4743-AC5F-3F8D1669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Sau Publish, luôn mở catalog và trang chi tiết để xem lại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79ddc2ee9478a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0980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B3537-9256-43AB-917C-0D88E9DE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1. Vào /san-pham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E11BC-D283-4598-AB91-311FCFBE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bằng tên, màu hoặc dịp tặng.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5C562-9AC2-4EFD-BCC3-A92C7B6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2. Kiểm tra danh sách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386B-EA40-4E59-A2A0-AB78E34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Ảnh đại diện · tên · giá · 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E16C-D0DF-4FC9-91B1-D75EF24E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05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3. Mở trang chi tiết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E3879-2C1A-430C-98EF-63244CD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Kiểm tra thêm ảnh, mô tả, tông màu và dịp tặng.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64560-EE1D-4CF4-BD75-4348AAEE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Website tự xử lý tìm kiếm, lọc danh mục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14523481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87A01-58CF-4456-9126-A120C1EC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Sửa, ẩn hoặc xóa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B47F5-8DCA-49E7-843B-02A2C4D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Mọi thay đổi cần Publish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33143-284D-4287-B1DF-9F939F8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Sửa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42C35-3914-4F0F-9315-51B2780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DDA1F-5CBE-4482-AE47-28469C3C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sản phẩm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Sửa nội dung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9F63B-3D0D-4AFB-AA19-9EA835A0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C3794-7F19-4E4B-89F3-1C47502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402D9-22BC-4CF6-8AB0-09C76B5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Tắt Đang hiển thị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Giữ lại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20D5-FAD9-4716-B810-2A3B069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Xóa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5262F-DC27-4A3D-80BE-23D5CCB7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AA36F-6A5B-474A-8E82-2BCEFD41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khi chắc chắn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Delete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Xác nhận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e200b8ca54976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32fe8ba71450d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11981511e46b8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4762500"/>
            <a:ext cx="2190750" cy="1200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1126A-6603-4F9F-9DA2-56D45122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Ưu tiên ẩn khi hết hàng hoặc muốn tạm dừng bán.</a:t>
            </a:r>
          </a:p>
        </p:txBody>
      </p:sp>
    </p:spTree>
    <p:extLst>
      <p:ext uri="{BB962C8B-B14F-4D97-AF65-F5344CB8AC3E}">
        <p14:creationId xmlns:p14="http://schemas.microsoft.com/office/powerpoint/2010/main" val="17497843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5B027-7067-456E-8E30-4F096401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Nếu có 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6CC15-2234-4D24-9173-F4F836E3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Kiểm tra nhanh trước khi liên hệ developer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4D419-F497-4BA7-B32E-001F7C9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704CB-EA37-4DB4-8C78-E8B1202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Đã nhấn Publish chưa?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FE5C1-E9EB-4E3A-BA64-8F8EA01A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03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28639-2601-4027-8437-7F0814FB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234A-CF10-4774-B95D-EE8025F7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Đang hiển thị trên website đã bật chưa?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57E4B-2C80-42DE-9E08-42A0F75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DB552-1325-4C25-868B-19EF186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F03F5-74CD-4A9D-BD8C-373A978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Có tên, Đường dẫn và ít nhất một ảnh chưa?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4AEC6-AF6A-4D53-96C4-0964E8B6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D0A57-4892-4D41-A70B-C67876DC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B88FE-062A-4245-BC5D-07F56ECC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và Dịp tặng có đúng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F2B16-B9AA-416A-A37E-BCADBA1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b20d05fc74045"/>
          <a:srcRect xmlns:a="http://schemas.openxmlformats.org/drawingml/2006/main" l="19231" t="0" r="19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000250"/>
            <a:ext cx="2286000" cy="3714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9A040-C701-409A-BC29-FF67405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Vẫn chưa đúng? Chụp màn hình sản phẩm trong CMS rồi gửi developer.</a:t>
            </a:r>
          </a:p>
        </p:txBody>
      </p:sp>
    </p:spTree>
    <p:extLst>
      <p:ext uri="{BB962C8B-B14F-4D97-AF65-F5344CB8AC3E}">
        <p14:creationId xmlns:p14="http://schemas.microsoft.com/office/powerpoint/2010/main" val="15657211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A4AC4-5FA4-4FB6-BC51-281D5C1C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Quy trình 12 bước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EBBFD-6011-4BE2-87AB-C2BD1E79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có thể chụp hoặc in slide này để dùng mỗi lần thêm hoa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08994-2F6C-464B-B07F-42277963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3E269-D495-4948-9ACE-B42DDBE3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19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CMS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EFDBC-35FD-4671-985D-DC2BBF7C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1F601-B58D-4C7E-B4EC-7AD1BEAD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71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D2A91-7AC7-4915-ACF7-BA3E6F8F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F6626-092E-4349-BB8D-AAC41C8D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Vào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88DD9-C368-4BAF-8E5B-6EA0D4FD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10C67-271E-4C38-99DA-D15AAE38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A32FE-22F2-442C-9032-518A0CC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E88D4-A27B-49F4-B086-ED959129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Tên + Đường dẫn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E5ABB-BBC4-431F-8D41-69FAE4E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D1805-CEEA-40D7-83B1-011D4139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815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Danh mục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DE80B-7395-4BDF-B1E4-677898B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EA1CD-E436-4D2C-A5EE-7517CD3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1–5 ảnh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5AD90-980C-41B8-9425-0DA88E6F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4F971-9A45-4837-9060-D1B41217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Loại giá + giá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6C62C-B1CB-4D21-B38E-89C5303E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42B42-2336-4359-8511-BAF78106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F65EE-481B-4D3B-ADFB-EFD8F1F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D9C21-EC50-4C93-BA38-7BA260E8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Màu + dịp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E28DF-27FD-4CCA-A743-9E7C423E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075D2-93E5-4B3F-9039-46075A6A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29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Bật hiển thị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649AE-1E71-4783-AE3E-7AE1482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16A6E-8778-4C2D-A59A-6119A80E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+ kiểm 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4A11A-BE5C-40C9-923C-D1153333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1F40E-E2B6-479F-807E-DB39B229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Nhớ: Không cần mật khẩu Sanity riêng. Chỉ bấm Google và chọn đúng Gmail đã được mời.</a:t>
            </a:r>
          </a:p>
        </p:txBody>
      </p:sp>
    </p:spTree>
    <p:extLst>
      <p:ext uri="{BB962C8B-B14F-4D97-AF65-F5344CB8AC3E}">
        <p14:creationId xmlns:p14="http://schemas.microsoft.com/office/powerpoint/2010/main" val="595356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2026-09-25T02:57:32.6930000Z</dcterms:created>
  <dcterms:modified xsi:type="dcterms:W3CDTF">2026-09-25T02:57:32.6930000Z</dcterms:modified>
</coreProperties>
</file>