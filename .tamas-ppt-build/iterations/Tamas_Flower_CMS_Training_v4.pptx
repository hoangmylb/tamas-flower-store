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b24b3ae394fcd" /><Relationship Type="http://schemas.openxmlformats.org/officeDocument/2006/relationships/extended-properties" Target="/docProps/app.xml" Id="Rba1f01ba63774c52" /><Relationship Type="http://schemas.openxmlformats.org/officeDocument/2006/relationships/officeDocument" Target="/ppt/presentation.xml" Id="R3c4f28ca20c3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0c1678da145cd"/>
  </p:sldMasterIdLst>
  <p:notesMasterIdLst>
    <p:notesMasterId xmlns:r="http://schemas.openxmlformats.org/officeDocument/2006/relationships" r:id="Re4d2aa3c1b094cf3"/>
  </p:notesMasterIdLst>
  <p:sldIdLst>
    <p:sldId xmlns:r="http://schemas.openxmlformats.org/officeDocument/2006/relationships" id="256" r:id="Rdb2c03cd30144271"/>
    <p:sldId xmlns:r="http://schemas.openxmlformats.org/officeDocument/2006/relationships" id="257" r:id="R0b47a2324d77409e"/>
    <p:sldId xmlns:r="http://schemas.openxmlformats.org/officeDocument/2006/relationships" id="258" r:id="Ra10901d414664a17"/>
    <p:sldId xmlns:r="http://schemas.openxmlformats.org/officeDocument/2006/relationships" id="259" r:id="R9b859d4e506d434d"/>
    <p:sldId xmlns:r="http://schemas.openxmlformats.org/officeDocument/2006/relationships" id="260" r:id="R4d6005227b114ab3"/>
    <p:sldId xmlns:r="http://schemas.openxmlformats.org/officeDocument/2006/relationships" id="261" r:id="R5c8d215b88704452"/>
    <p:sldId xmlns:r="http://schemas.openxmlformats.org/officeDocument/2006/relationships" id="262" r:id="R7d0f94e737054c85"/>
    <p:sldId xmlns:r="http://schemas.openxmlformats.org/officeDocument/2006/relationships" id="263" r:id="R201b623f818c4272"/>
    <p:sldId xmlns:r="http://schemas.openxmlformats.org/officeDocument/2006/relationships" id="264" r:id="R27597d5cca39421e"/>
    <p:sldId xmlns:r="http://schemas.openxmlformats.org/officeDocument/2006/relationships" id="265" r:id="Rf4a3a0bf175d4426"/>
    <p:sldId xmlns:r="http://schemas.openxmlformats.org/officeDocument/2006/relationships" id="266" r:id="R1e85d0fd97854093"/>
    <p:sldId xmlns:r="http://schemas.openxmlformats.org/officeDocument/2006/relationships" id="267" r:id="R4b87384bfc1c41eb"/>
    <p:sldId xmlns:r="http://schemas.openxmlformats.org/officeDocument/2006/relationships" id="268" r:id="R19b095ec5a8b476b"/>
    <p:sldId xmlns:r="http://schemas.openxmlformats.org/officeDocument/2006/relationships" id="269" r:id="R3b944f8c27bd40d9"/>
    <p:sldId xmlns:r="http://schemas.openxmlformats.org/officeDocument/2006/relationships" id="270" r:id="Rdcec9a874e504d46"/>
    <p:sldId xmlns:r="http://schemas.openxmlformats.org/officeDocument/2006/relationships" id="271" r:id="R7dac17cbba874405"/>
    <p:sldId xmlns:r="http://schemas.openxmlformats.org/officeDocument/2006/relationships" id="272" r:id="Rf2bdcb6b44ef4156"/>
    <p:sldId xmlns:r="http://schemas.openxmlformats.org/officeDocument/2006/relationships" id="273" r:id="Rd17cc81b802d42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14a4f07044455" /><Relationship Type="http://schemas.openxmlformats.org/officeDocument/2006/relationships/slideMaster" Target="/ppt/slideMasters/slideMaster1.xml" Id="R01d0c1678da145cd" /><Relationship Type="http://schemas.openxmlformats.org/officeDocument/2006/relationships/notesMaster" Target="/ppt/notesMasters/notesMaster1.xml" Id="Re4d2aa3c1b094cf3" /><Relationship Type="http://schemas.openxmlformats.org/officeDocument/2006/relationships/presProps" Target="/ppt/presProps.xml" Id="R9b44684df42944cb" /><Relationship Type="http://schemas.openxmlformats.org/officeDocument/2006/relationships/tableStyles" Target="/ppt/tableStyles.xml" Id="R8d36de862cd84fcf" /><Relationship Type="http://schemas.openxmlformats.org/officeDocument/2006/relationships/slide" Target="/ppt/slides/slide1.xml" Id="Rdb2c03cd30144271" /><Relationship Type="http://schemas.openxmlformats.org/officeDocument/2006/relationships/slide" Target="/ppt/slides/slide2.xml" Id="R0b47a2324d77409e" /><Relationship Type="http://schemas.openxmlformats.org/officeDocument/2006/relationships/slide" Target="/ppt/slides/slide3.xml" Id="Ra10901d414664a17" /><Relationship Type="http://schemas.openxmlformats.org/officeDocument/2006/relationships/slide" Target="/ppt/slides/slide4.xml" Id="R9b859d4e506d434d" /><Relationship Type="http://schemas.openxmlformats.org/officeDocument/2006/relationships/slide" Target="/ppt/slides/slide5.xml" Id="R4d6005227b114ab3" /><Relationship Type="http://schemas.openxmlformats.org/officeDocument/2006/relationships/slide" Target="/ppt/slides/slide6.xml" Id="R5c8d215b88704452" /><Relationship Type="http://schemas.openxmlformats.org/officeDocument/2006/relationships/slide" Target="/ppt/slides/slide7.xml" Id="R7d0f94e737054c85" /><Relationship Type="http://schemas.openxmlformats.org/officeDocument/2006/relationships/slide" Target="/ppt/slides/slide8.xml" Id="R201b623f818c4272" /><Relationship Type="http://schemas.openxmlformats.org/officeDocument/2006/relationships/slide" Target="/ppt/slides/slide9.xml" Id="R27597d5cca39421e" /><Relationship Type="http://schemas.openxmlformats.org/officeDocument/2006/relationships/slide" Target="/ppt/slides/slide10.xml" Id="Rf4a3a0bf175d4426" /><Relationship Type="http://schemas.openxmlformats.org/officeDocument/2006/relationships/slide" Target="/ppt/slides/slide11.xml" Id="R1e85d0fd97854093" /><Relationship Type="http://schemas.openxmlformats.org/officeDocument/2006/relationships/slide" Target="/ppt/slides/slide12.xml" Id="R4b87384bfc1c41eb" /><Relationship Type="http://schemas.openxmlformats.org/officeDocument/2006/relationships/slide" Target="/ppt/slides/slide13.xml" Id="R19b095ec5a8b476b" /><Relationship Type="http://schemas.openxmlformats.org/officeDocument/2006/relationships/slide" Target="/ppt/slides/slide14.xml" Id="R3b944f8c27bd40d9" /><Relationship Type="http://schemas.openxmlformats.org/officeDocument/2006/relationships/slide" Target="/ppt/slides/slide15.xml" Id="Rdcec9a874e504d46" /><Relationship Type="http://schemas.openxmlformats.org/officeDocument/2006/relationships/slide" Target="/ppt/slides/slide16.xml" Id="R7dac17cbba874405" /><Relationship Type="http://schemas.openxmlformats.org/officeDocument/2006/relationships/slide" Target="/ppt/slides/slide17.xml" Id="Rf2bdcb6b44ef4156" /><Relationship Type="http://schemas.openxmlformats.org/officeDocument/2006/relationships/slide" Target="/ppt/slides/slide18.xml" Id="Rd17cc81b802d42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f5009f5a9e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c4aa3c4f04b05" /><Relationship Type="http://schemas.openxmlformats.org/officeDocument/2006/relationships/notesMaster" Target="/ppt/notesMasters/notesMaster1.xml" Id="R0e8c06596fdd40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f11b14fac425b" /><Relationship Type="http://schemas.openxmlformats.org/officeDocument/2006/relationships/notesMaster" Target="/ppt/notesMasters/notesMaster1.xml" Id="R2e0686c4f05840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04e2ad7234bfb" /><Relationship Type="http://schemas.openxmlformats.org/officeDocument/2006/relationships/notesMaster" Target="/ppt/notesMasters/notesMaster1.xml" Id="R3b13d7bedd994c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c339fd8b8449cc" /><Relationship Type="http://schemas.openxmlformats.org/officeDocument/2006/relationships/notesMaster" Target="/ppt/notesMasters/notesMaster1.xml" Id="R3e9a6ed8ab0f4a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e538ed46c44c6" /><Relationship Type="http://schemas.openxmlformats.org/officeDocument/2006/relationships/notesMaster" Target="/ppt/notesMasters/notesMaster1.xml" Id="R2a80b6a1338f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0eecc11d054743" /><Relationship Type="http://schemas.openxmlformats.org/officeDocument/2006/relationships/notesMaster" Target="/ppt/notesMasters/notesMaster1.xml" Id="R736272ff88e7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227b79f8d497b" /><Relationship Type="http://schemas.openxmlformats.org/officeDocument/2006/relationships/notesMaster" Target="/ppt/notesMasters/notesMaster1.xml" Id="R92134acf001249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35bd92b1647af" /><Relationship Type="http://schemas.openxmlformats.org/officeDocument/2006/relationships/notesMaster" Target="/ppt/notesMasters/notesMaster1.xml" Id="R15ded268d741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b9f5cb37de4824" /><Relationship Type="http://schemas.openxmlformats.org/officeDocument/2006/relationships/notesMaster" Target="/ppt/notesMasters/notesMaster1.xml" Id="R25b2b19ec298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bac3049c34fbd" /><Relationship Type="http://schemas.openxmlformats.org/officeDocument/2006/relationships/notesMaster" Target="/ppt/notesMasters/notesMaster1.xml" Id="R92fdbc0d3a494a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9aec5744f4cef" /><Relationship Type="http://schemas.openxmlformats.org/officeDocument/2006/relationships/notesMaster" Target="/ppt/notesMasters/notesMaster1.xml" Id="R243576cc2a714a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ee0f29b3e04871" /><Relationship Type="http://schemas.openxmlformats.org/officeDocument/2006/relationships/notesMaster" Target="/ppt/notesMasters/notesMaster1.xml" Id="Re6c74c946c0343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49445065c04dc7" /><Relationship Type="http://schemas.openxmlformats.org/officeDocument/2006/relationships/notesMaster" Target="/ppt/notesMasters/notesMaster1.xml" Id="R2def7b7b123a44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6e00daf3dc489a" /><Relationship Type="http://schemas.openxmlformats.org/officeDocument/2006/relationships/notesMaster" Target="/ppt/notesMasters/notesMaster1.xml" Id="Rec6827896dc34c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7b7730f3764808" /><Relationship Type="http://schemas.openxmlformats.org/officeDocument/2006/relationships/notesMaster" Target="/ppt/notesMasters/notesMaster1.xml" Id="Ra744a4fa95e64d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f6f9df51ab4589" /><Relationship Type="http://schemas.openxmlformats.org/officeDocument/2006/relationships/notesMaster" Target="/ppt/notesMasters/notesMaster1.xml" Id="R528d713942b54a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345ef548304035" /><Relationship Type="http://schemas.openxmlformats.org/officeDocument/2006/relationships/notesMaster" Target="/ppt/notesMasters/notesMaster1.xml" Id="Rf09da9fedbbe43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49ce42f608477e" /><Relationship Type="http://schemas.openxmlformats.org/officeDocument/2006/relationships/notesMaster" Target="/ppt/notesMasters/notesMaster1.xml" Id="R046e00bff112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Hôm nay chị chỉ cần nhớ cách quản lý sản phẩm. Những phần kỹ thuật sẽ do developer phụ trách.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hai link này là cần dùng hằng ngày. Website là nơi khách xem; CMS là nơi chị quản lý.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ngắn: chị chỉ nhập nội dung, sau đó bấm Publish. Website tự nhận phần còn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ảnh chụp thật ngày 25/09/2026. Trỏ vào nút Google và nhắc chị không dùng Email/password.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quyền: Sanity gắn membership với phương thức đăng nhập. Mời email cho tài khoản Google và dùng Google để đăng nhập. Nguồn: Sanity Roles, cập nhật 09/09/2026.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 login, vào mục Sản phẩm. Không cần chạm vào các mục cài đặt kỹ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cần nhập hoàn hảo ngay lần đầu. Đi theo đúng thứ tự này để không bỏ sót các mục cần thiết.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đúng danh mục. Trên website, Hộp hoa hiển thị với tên Flower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trực tiếp cách kéo ba ảnh vào. Nhắc chị ảnh đầu tiên là ảnh đại diện và giới hạn tối đa là năm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Đưa một ví dụ thật: 450000. Nói rằng chữ đ và Từ do website tự hiển thị.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thông tin màu sắc và dịp tặng giúp khách tìm ở catalog và giúp sản phẩm hiện trên trang dịp tặng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tạm ngưng bán, tắt Đang hiển thị trên website rồi Publish. Cách này giữ lại dữ liệu để dùng lại sau.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điểm cần nói rõ để chị không hiểu nhầm. Đừng hứa bật Featured sẽ tự lên trang chủ.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thao tác Publish. Nhắc chị chỉ cần nhấn một lần rồi chờ vài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thực tế đã được kiểm tra ở /san-pham và /san-pham/forever-pink. Khi training, cho chị tự tìm sản phẩm vừa tạo.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Xóa là thao tác cuối cùng. Luôn ưu tiên tắt Đang hiển thị trên website khi chưa chắc.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Chị không cần tự xử lý phần kỹ thuật. Nếu 4 bước này không giải quyết được, gửi ảnh chụp màn hình cho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slide này. Khuyến khích chị lưu bài trình chiếu và file cheat sheet để tự xem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3356fc2f0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e8ebac26734c4d" /><Relationship Type="http://schemas.openxmlformats.org/officeDocument/2006/relationships/slideLayout" Target="/ppt/slideLayouts/slideLayout1.xml" Id="Red159ec36b58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59ec36b584e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3082275e44b72" /><Relationship Type="http://schemas.openxmlformats.org/officeDocument/2006/relationships/image" Target="/ppt/media/image.bin" Id="Rdf155c3da344450b" /><Relationship Type="http://schemas.openxmlformats.org/officeDocument/2006/relationships/image" Target="/ppt/media/image.png" Id="Rab6a1580600d4ff5" /><Relationship Type="http://schemas.openxmlformats.org/officeDocument/2006/relationships/notesSlide" Target="/ppt/notesSlides/notesSlide1.xml" Id="R19dcfdef50f7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0bf7d676b4423" /><Relationship Type="http://schemas.openxmlformats.org/officeDocument/2006/relationships/image" Target="/ppt/media/image2.bin" Id="Rd803cd7bd3444f08" /><Relationship Type="http://schemas.openxmlformats.org/officeDocument/2006/relationships/notesSlide" Target="/ppt/notesSlides/notesSlide2.xml" Id="R70aad116af44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525de81bd44e6" /><Relationship Type="http://schemas.openxmlformats.org/officeDocument/2006/relationships/notesSlide" Target="/ppt/notesSlides/notesSlide3.xml" Id="R7e64e03f6f3b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b8b2778ce46d6" /><Relationship Type="http://schemas.openxmlformats.org/officeDocument/2006/relationships/image" Target="/ppt/media/image2.png" Id="R24c0b22163d84eda" /><Relationship Type="http://schemas.openxmlformats.org/officeDocument/2006/relationships/notesSlide" Target="/ppt/notesSlides/notesSlide4.xml" Id="Rbdc71bc3b6074b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d1c5508ee4f55" /><Relationship Type="http://schemas.openxmlformats.org/officeDocument/2006/relationships/image" Target="/ppt/media/image3.bin" Id="Re2b82dc868b74f63" /><Relationship Type="http://schemas.openxmlformats.org/officeDocument/2006/relationships/notesSlide" Target="/ppt/notesSlides/notesSlide5.xml" Id="Rc57447529f38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29636d99948fc" /><Relationship Type="http://schemas.openxmlformats.org/officeDocument/2006/relationships/image" Target="/ppt/media/image4.bin" Id="Ra1149ddcf0004066" /><Relationship Type="http://schemas.openxmlformats.org/officeDocument/2006/relationships/notesSlide" Target="/ppt/notesSlides/notesSlide6.xml" Id="Raf6dfc3f6afb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1aa73bd74380" /><Relationship Type="http://schemas.openxmlformats.org/officeDocument/2006/relationships/image" Target="/ppt/media/image5.bin" Id="R27c32775080649f8" /><Relationship Type="http://schemas.openxmlformats.org/officeDocument/2006/relationships/image" Target="/ppt/media/image6.bin" Id="R08cc13a9ec9c4eb7" /><Relationship Type="http://schemas.openxmlformats.org/officeDocument/2006/relationships/image" Target="/ppt/media/image7.bin" Id="Rc316bf5bbfe147c7" /><Relationship Type="http://schemas.openxmlformats.org/officeDocument/2006/relationships/notesSlide" Target="/ppt/notesSlides/notesSlide7.xml" Id="R91ba67f11b9a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564e4baf840c8" /><Relationship Type="http://schemas.openxmlformats.org/officeDocument/2006/relationships/image" Target="/ppt/media/image8.bin" Id="R8a5a35f90e58448c" /><Relationship Type="http://schemas.openxmlformats.org/officeDocument/2006/relationships/notesSlide" Target="/ppt/notesSlides/notesSlide8.xml" Id="R7e21f0305e7c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40c55d43745a1" /><Relationship Type="http://schemas.openxmlformats.org/officeDocument/2006/relationships/image" Target="/ppt/media/image9.bin" Id="Rd868825194a74cd6" /><Relationship Type="http://schemas.openxmlformats.org/officeDocument/2006/relationships/image" Target="/ppt/media/image10.bin" Id="Rdafcda3a3fce4054" /><Relationship Type="http://schemas.openxmlformats.org/officeDocument/2006/relationships/image" Target="/ppt/media/image.jpeg" Id="R8a83bbc92ab34c62" /><Relationship Type="http://schemas.openxmlformats.org/officeDocument/2006/relationships/notesSlide" Target="/ppt/notesSlides/notesSlide9.xml" Id="R9349098ee11a4b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fc5cfdad4427c" /><Relationship Type="http://schemas.openxmlformats.org/officeDocument/2006/relationships/image" Target="/ppt/media/image11.bin" Id="R2985b62920d644e7" /><Relationship Type="http://schemas.openxmlformats.org/officeDocument/2006/relationships/notesSlide" Target="/ppt/notesSlides/notesSlide10.xml" Id="Rc9dd3bb4d26140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3d3d5499946c9" /><Relationship Type="http://schemas.openxmlformats.org/officeDocument/2006/relationships/image" Target="/ppt/media/image12.bin" Id="Rcf19a4f790094f95" /><Relationship Type="http://schemas.openxmlformats.org/officeDocument/2006/relationships/notesSlide" Target="/ppt/notesSlides/notesSlide11.xml" Id="Ra3e85b6b039540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6a6e49f0943cc" /><Relationship Type="http://schemas.openxmlformats.org/officeDocument/2006/relationships/image" Target="/ppt/media/image13.bin" Id="Re12fac28c41e4abf" /><Relationship Type="http://schemas.openxmlformats.org/officeDocument/2006/relationships/notesSlide" Target="/ppt/notesSlides/notesSlide12.xml" Id="R23d5ca5804154e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e56a9454a44d2" /><Relationship Type="http://schemas.openxmlformats.org/officeDocument/2006/relationships/image" Target="/ppt/media/image14.bin" Id="R12add5a4c3a84f24" /><Relationship Type="http://schemas.openxmlformats.org/officeDocument/2006/relationships/notesSlide" Target="/ppt/notesSlides/notesSlide13.xml" Id="Raec137ba1b3d4c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350435fc84830" /><Relationship Type="http://schemas.openxmlformats.org/officeDocument/2006/relationships/image" Target="/ppt/media/image15.bin" Id="R5e8ac8451dd64ffc" /><Relationship Type="http://schemas.openxmlformats.org/officeDocument/2006/relationships/notesSlide" Target="/ppt/notesSlides/notesSlide14.xml" Id="R67c776bccee249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0025746a1407a" /><Relationship Type="http://schemas.openxmlformats.org/officeDocument/2006/relationships/image" Target="/ppt/media/image16.bin" Id="R662719c5d0254e68" /><Relationship Type="http://schemas.openxmlformats.org/officeDocument/2006/relationships/notesSlide" Target="/ppt/notesSlides/notesSlide15.xml" Id="R9ce3f233ad4e42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42dbca9524cc7" /><Relationship Type="http://schemas.openxmlformats.org/officeDocument/2006/relationships/image" Target="/ppt/media/image17.bin" Id="Ra7ffa02a462f43d5" /><Relationship Type="http://schemas.openxmlformats.org/officeDocument/2006/relationships/image" Target="/ppt/media/image18.bin" Id="R3bdc45eafd254e0f" /><Relationship Type="http://schemas.openxmlformats.org/officeDocument/2006/relationships/image" Target="/ppt/media/image19.bin" Id="Re84756dada4842b2" /><Relationship Type="http://schemas.openxmlformats.org/officeDocument/2006/relationships/notesSlide" Target="/ppt/notesSlides/notesSlide16.xml" Id="R3e43aa3f7ed346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c703ec3c943dd" /><Relationship Type="http://schemas.openxmlformats.org/officeDocument/2006/relationships/image" Target="/ppt/media/image20.bin" Id="R86a03285fe4d480d" /><Relationship Type="http://schemas.openxmlformats.org/officeDocument/2006/relationships/notesSlide" Target="/ppt/notesSlides/notesSlide17.xml" Id="R7b4c62b812ef48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57f0205954bd1" /><Relationship Type="http://schemas.openxmlformats.org/officeDocument/2006/relationships/notesSlide" Target="/ppt/notesSlides/notesSlide18.xml" Id="R92012d325c9f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55c3da344450b"/>
          <a:srcRect xmlns:a="http://schemas.openxmlformats.org/drawingml/2006/main" l="26863" t="0" r="26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3D2A-2334-40CC-9B3E-F1A983D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5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a1580600d4ff5"/>
          <a:srcRect xmlns:a="http://schemas.openxmlformats.org/drawingml/2006/main" l="0" t="31667" r="0" b="3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2450"/>
            <a:ext cx="11430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B129E-0754-4AF3-8242-4E168106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Tamas Flower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F945C-7D32-47B5-9B84-6C3CC67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Hướng dẫn quản lý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B417D-3EE8-4958-957E-35F8F35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CMS &amp;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DD82F-7B1B-4347-85ED-5FAA984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83EEA-FBC9-495F-816B-020F48B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Dành cho chị chủ shop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cần biết 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6C504-84B4-4200-AD21-867B7C5C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Bản training nội bộ · 25.09.2026</a:t>
            </a:r>
          </a:p>
        </p:txBody>
      </p:sp>
    </p:spTree>
    <p:extLst>
      <p:ext uri="{BB962C8B-B14F-4D97-AF65-F5344CB8AC3E}">
        <p14:creationId xmlns:p14="http://schemas.microsoft.com/office/powerpoint/2010/main" val="2003916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60A65-611E-4B6B-9359-477D25E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Chị cần nhớ đúng 2 nơi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6653A-2811-4877-B5E7-D3DAE8B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cả hai link vào Dấu trang để mở lại khi cần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3cd7bd3444f08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4572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73236-2DD5-45F3-8E2F-ECEB9FD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1AEB6-4EC0-4632-86AA-932C68C5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 khách xem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BEBA5-25F8-4C7F-9BFB-2A73CA9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12BE-5310-4038-BD1E-DADAFBCB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12967-2777-4B02-B198-6D7A102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FA889-7CE8-47AA-ACB4-18F0BBC1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Trang quản lý 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7AF32-8574-43EA-B6CB-E32339F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D0336-E2EE-49A3-B35B-38E0094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CMS là nơi chị thêm, sửa, ẩn sản phẩm.</a:t>
            </a:r>
          </a:p>
        </p:txBody>
      </p:sp>
    </p:spTree>
    <p:extLst>
      <p:ext uri="{BB962C8B-B14F-4D97-AF65-F5344CB8AC3E}">
        <p14:creationId xmlns:p14="http://schemas.microsoft.com/office/powerpoint/2010/main" val="1226813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437E6-7D66-4F7F-9852-A949ABF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đi từ CMS ra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49DDD-FF3A-4621-8017-3153FFA2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cập nhật trong CMS, sau đó nhấn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7D4CB-D0BF-4FF1-A9B0-CC8A359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69FEE-90E4-4077-B38A-5CBE5E97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9C407-6108-40A5-A490-741039C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Nhập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B3D43-077D-4942-91A2-AB448A70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Tên, ảnh, giá, mô tả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661AC-A8AB-4188-8F45-C778B763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36DF0-DD16-4ED2-9226-68DBCC18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7A8B0-19DF-4005-BD43-6868394D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Nhấn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E9B39-4F1F-4472-8770-1F55FD70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thay đổi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E28F8-1308-4FA4-9C42-69C1961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1458D-4A99-443B-AB07-999D9AA8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9AE9C-B0E6-422E-8A2B-C660BE2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Khách xem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58211-F82C-444E-B937-C945C25E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Catalog và trang chi tiết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917A-F9F0-45E2-8831-2ADF0A7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19AB1-87CB-419C-8FFE-3C65A7DD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</p:spTree>
    <p:extLst>
      <p:ext uri="{BB962C8B-B14F-4D97-AF65-F5344CB8AC3E}">
        <p14:creationId xmlns:p14="http://schemas.microsoft.com/office/powerpoint/2010/main" val="558735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8EE85-7821-410F-8CD4-C6DB03F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Đăng nhập bằng Google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FC212-C9E0-4372-B5B1-856B695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dùng đúng Gmail đã được mời vào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E7CF3-10A5-4A16-973F-0A17A29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Không cần tạo mật khẩu Sanity riêng.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4056-CFED-43FE-8F7A-4CCBA00A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Mở trang quản lý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Bấm Google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Chọn Gmail của chị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85857-85C8-4BF6-84CD-9B1ECD3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không vào được, kiểm tra Gmail đó đã được mời chưa.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0b22163d84eda"/>
          <a:srcRect xmlns:a="http://schemas.openxmlformats.org/drawingml/2006/main" l="5966" t="0" r="5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1600200"/>
            <a:ext cx="5905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C67E9-DFDF-431A-B470-9E03E198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EF5C-1DD8-43F0-A2A3-1F0EB35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</p:spTree>
    <p:extLst>
      <p:ext uri="{BB962C8B-B14F-4D97-AF65-F5344CB8AC3E}">
        <p14:creationId xmlns:p14="http://schemas.microsoft.com/office/powerpoint/2010/main" val="1130710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CF7DE-4B81-48B7-8891-325D4259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đúng Gmail là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AE2CB-88AE-42BC-BFCD-06AB17B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cấp một bộ mật khẩu Sanity khác cho chị chủ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82dc868b74f63"/>
          <a:srcRect xmlns:a="http://schemas.openxmlformats.org/drawingml/2006/main" l="0" t="1429" r="0" b="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333375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38420-9BBF-47D3-89BB-FBDEBFB7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NGƯỜI QUẢN LÝ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EB3DB-3E5E-48B8-9952-0AB2001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Gmail của chị vào</a:t>
            </a:r>
          </a:p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Sanity Manage → Project →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B7D51-D10A-4A42-80E4-FAB250A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D2A4C-A17D-4CB4-83D3-C63FD21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CHỊ CHỦ 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9B7F8-B1D2-4501-A61C-70FF0626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Mở /admin → bấm Google → chọn đúng Gmail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76849-110F-42A4-AEF2-9911BE98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Trên gói có Editor: dùng Editor.</a:t>
            </a:r>
          </a:p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project đang Free: Viewer không thể Publish; cần cân nhắc quyền Administrator hoặc nâng gói.</a:t>
            </a:r>
          </a:p>
        </p:txBody>
      </p:sp>
    </p:spTree>
    <p:extLst>
      <p:ext uri="{BB962C8B-B14F-4D97-AF65-F5344CB8AC3E}">
        <p14:creationId xmlns:p14="http://schemas.microsoft.com/office/powerpoint/2010/main" val="164803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A042A-CC9C-4F6D-A34F-E8EF148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Khu vực chị dùng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56D6E-A4E8-4524-976F-912C876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chỉ cần vào mục Sản phẩm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9ddcf0004066"/>
          <a:srcRect xmlns:a="http://schemas.openxmlformats.org/drawingml/2006/main" l="1940" t="0" r="1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562100"/>
            <a:ext cx="424815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3119E-5839-4F16-900B-A548C9C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1FB6-EA27-48B1-9CFF-4D2BE0B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Tất cả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C0D2-BCC2-4B61-AA5E-21BF7C29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sản phẩm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để sửa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Create để thêm mới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để lưu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DECAF-F5E4-4125-B849-3D0E480F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vào Settings, Tokens, API hay các phần cài đặt khác.</a:t>
            </a:r>
          </a:p>
        </p:txBody>
      </p:sp>
    </p:spTree>
    <p:extLst>
      <p:ext uri="{BB962C8B-B14F-4D97-AF65-F5344CB8AC3E}">
        <p14:creationId xmlns:p14="http://schemas.microsoft.com/office/powerpoint/2010/main" val="915019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62B07-18C5-4EBD-A6DE-B487A92F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Tạo một sản phẩm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00D3-AD1A-4498-8761-75B22AC1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điền lần lượt, rồi Publish một lần ở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3925B-B781-4112-A510-5EA611B5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87362-0534-4B8C-B19E-9FB4248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0315C-B868-4620-83CE-961A2FAC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6B61F-FE54-42E5-8D23-AE3BB6C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771EE-0736-4E81-917C-3A7C6D31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 + Đường dẫn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A928B-DB75-43FA-8B04-A51962B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14D8A-1D3D-47BE-B293-B2DB644E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93293-3C91-4F01-A4D4-D55D60B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+ ảnh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9FF6E-3A48-4A31-969E-60F501B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41274-5021-4A7A-8D24-99280B60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9097C-836F-4B99-A76F-F74C58B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+ mô tả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88B0B-F32E-4037-AA3A-85FFCF9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2C699-E2D7-4B73-865F-0D19B59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DBF7A-6A2F-474A-B669-A6AFAAD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32775080649f8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c13a9ec9c4eb7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6bf5bbfe147c7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29075"/>
            <a:ext cx="2667000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DC0CD-3181-48A4-8021-2A4F9D5A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Tên, Đường dẫn và Danh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EB64A-F779-4FA4-AFE3-38449C7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Danh mục quyết định khách tìm thấy sản phẩm ở đâu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AB1C7-8F27-4483-80DF-20F53C8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Tên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81564-4373-44E3-AF1C-076DF3B7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Ví dụ: Bó hoa Pink Love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35681-3D7C-45E2-BB06-48E5CEA2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Đường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3F7BA-F4FD-42CE-979B-66AE6B4B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Tạo từ tên sản phẩm. Không tự đổi đường dẫn của mẫu đang bán nếu không cần.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76F0C-2BD2-4CA4-9483-B79022D6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37DE3-EAD5-4A85-B500-4DA53002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 Hoa tươi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146C6-3BBF-43EE-B4A0-88BCC2B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 Hoa sáp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6E661-842F-4635-B300-0CF0D40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 Hoa lụa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3F641-1A3A-4578-8399-BAB1CA17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4.  Hoa len &amp; gấu bông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2C1AA-EB8A-410B-ABD2-EEA8047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5.  Hộp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03B01-4B87-44C4-BEC9-6456FC37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6.  Hoa cưới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a35f90e58448c"/>
          <a:srcRect xmlns:a="http://schemas.openxmlformats.org/drawingml/2006/main" l="27179" t="0" r="27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1952625"/>
            <a:ext cx="16954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06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74532-AEEC-47E8-95AF-F83D7C8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Hình ảnh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7594D-B2A7-4569-BF33-89AF4B3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Một sản phẩm có từ 1 đến 5 ảnh. Ảnh đầu tiên là ảnh đại diện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8825194a74cd6"/>
          <a:srcRect xmlns:a="http://schemas.openxmlformats.org/drawingml/2006/main" l="0" t="14706" r="0" b="1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485775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3D06-09E2-49C6-9ED9-58EE4C2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5EDBC-4D4F-4156-BB04-78301E8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Ảnh đầu tiên — ảnh đại diện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cda3a3fce4054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190750"/>
            <a:ext cx="20955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3bbc92ab34c62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190750"/>
            <a:ext cx="2095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CD010-4E72-4DF1-846C-881D0B5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Ưu tiên ảnh rõ, đủ sáng, ảnh dọc và không có giá cũ. Không dùng screenshot Facebook hay ảnh mờ.</a:t>
            </a:r>
          </a:p>
        </p:txBody>
      </p:sp>
    </p:spTree>
    <p:extLst>
      <p:ext uri="{BB962C8B-B14F-4D97-AF65-F5344CB8AC3E}">
        <p14:creationId xmlns:p14="http://schemas.microsoft.com/office/powerpoint/2010/main" val="967787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0B17A-2693-415B-9BAF-530B0B5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CEA42-A44A-430A-B329-E4025EE1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Chọn Loại giá trước, rồi điền Giá khi cần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EB3BB-C5B0-416A-8F60-5BEA16F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cố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B53FC-0375-40D8-BFA9-A204E4A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FBE11-9D14-4C11-AB3D-3D930CB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450000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450.000đ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76E2A-3247-462F-8A2E-A755E205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Giá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0B295-4F6D-4D22-B61A-844E04B9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C84D3-9524-499F-A3DC-E6196C2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300000</a:t>
            </a:r>
          </a:p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→ Từ 300.000đ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BF88D-AEF7-4340-9A13-FD16D4D6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Liên hệ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63ABE-7FDD-4977-8956-A480B19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B153B-FC71-4FDB-9CB4-B4387469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nhập giá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Liên hệ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02680-1D5E-4250-8DB5-57D1BA29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Chỉ nhập số. Không nhập dấu chấm, chữ “đ” hay chữ “Từ” vào ô Giá.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5b62920d644e7"/>
          <a:srcRect xmlns:a="http://schemas.openxmlformats.org/drawingml/2006/main" l="30303" t="0" r="303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2095500"/>
            <a:ext cx="1238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20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921D9-81AB-4F1C-9686-FD2373A0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Thông tin giúp khách hiểu mẫu hoa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DC6ED-7425-441B-84CF-725AFB7D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Mô tả ngắn, mô tả chi tiết, tông màu và dịp tặng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9a4f790094f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E50C2-507A-4C2E-AC3E-C0A0D52C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ngắn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5EFCC-05A3-4A3E-97F2-0FE53DFF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 đến 3 câu, ví dụ:</a:t>
            </a:r>
          </a:p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Bó hoa tone hồng nhẹ nhàng, phù hợp sinh nhật và kỷ niệm.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6C1CE-16F2-4472-A574-D1045F85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chi tiết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D8ACA-A6CF-43B9-8A55-C3CA952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Ghi thêm loại hoa, tone màu, ý nghĩa hoặc lưu ý đặt trước.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D705D-CD37-4B93-94A5-BD0E6D0D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Tông màu &amp; Dịp tặng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83594-7006-4FAE-8BE4-EBA75A62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Ví dụ: Hồng, Kem · Sinh nhật, Tình yêu</a:t>
            </a:r>
          </a:p>
        </p:txBody>
      </p:sp>
    </p:spTree>
    <p:extLst>
      <p:ext uri="{BB962C8B-B14F-4D97-AF65-F5344CB8AC3E}">
        <p14:creationId xmlns:p14="http://schemas.microsoft.com/office/powerpoint/2010/main" val="1606818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2ED91-FD9E-4D0B-97B8-1D24593B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Bật và tắt hiển thị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22453-47F1-4472-B95A-311FCBBC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Đây là cách an toàn để tạm ngừng bán một sản phẩm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fac28c41e4abf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76450"/>
            <a:ext cx="371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5C68D-CD95-4BA8-A882-7A969DA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52632-17E3-4181-8B9E-ED12BB4A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Bật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5FADF-E1B8-4D79-90AB-B4E2302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Khách nhìn thấy trên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903DD-2EE3-4EE7-862E-7FF5EC6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B6980-FB26-456D-ABF4-AAB31238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F9E60-1859-4DD7-8A47-7991600F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Tắt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0BD46-95A9-4E72-B076-E3CD490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Sản phẩm vẫn nằm trong CMS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nhưng khách không thấy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D069B-5051-456E-BAD4-20341EC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Hết hàng? Ưu tiên tắt hiển thị thay vì xóa.</a:t>
            </a:r>
          </a:p>
        </p:txBody>
      </p:sp>
    </p:spTree>
    <p:extLst>
      <p:ext uri="{BB962C8B-B14F-4D97-AF65-F5344CB8AC3E}">
        <p14:creationId xmlns:p14="http://schemas.microsoft.com/office/powerpoint/2010/main" val="18297460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6686B-0DE9-4578-8C8A-244E6979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nổi bật ở trang chủ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989C7-5E22-42A1-83E4-B08C732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Trang chủ có danh sách chọn riêng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dd5a4c3a84f24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2952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8B64-6796-4FA0-B521-9542F616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93CA1-F0D2-4140-BDFB-CEEA319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Ô “Sản phẩm nổi bật”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là một đánh dấu trong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FDB2-2B01-459F-949C-03CE0245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6123F-0FD9-4B17-97BA-670B6B2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51E6-C2A1-4667-BFE3-DD1A27A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Mục “Sản phẩm hiển thị trên trang chủ”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riêng tối đa 3 mẫu.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DE34-79FF-46C6-BBCE-5A46504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Vì vậy, muốn đổi khu “Được yêu thích tại Tamas”, chọn trong mục Trang chủ hoặc nhờ developer hỗ trợ.</a:t>
            </a:r>
          </a:p>
        </p:txBody>
      </p:sp>
    </p:spTree>
    <p:extLst>
      <p:ext uri="{BB962C8B-B14F-4D97-AF65-F5344CB8AC3E}">
        <p14:creationId xmlns:p14="http://schemas.microsoft.com/office/powerpoint/2010/main" val="472289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ac8451dd64ff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18063-EAF2-4E61-AAE8-2638848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32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9B6F2-C016-4EE4-900F-85815F8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D3623-7849-4E83-9780-4C289A32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Sau khi kiểm tra xong, chị nhấn Publish để lưu và đưa thông tin mới lên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81726-6FE0-4A84-8FC8-71B261B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65F6B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4F558-8A80-4E43-9143-630A7E9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336E-A526-4BDE-AC00-82A8E7C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4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8F4EE"/>
                </a:solidFill>
                <a:latin typeface="Arial"/>
                <a:ea typeface="Arial"/>
                <a:cs typeface="Arial"/>
              </a:rPr>
              <a:t>Thông thường website cập nhật sau vài giây.</a:t>
            </a:r>
          </a:p>
        </p:txBody>
      </p:sp>
    </p:spTree>
    <p:extLst>
      <p:ext uri="{BB962C8B-B14F-4D97-AF65-F5344CB8AC3E}">
        <p14:creationId xmlns:p14="http://schemas.microsoft.com/office/powerpoint/2010/main" val="1044674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A9825-F6C1-46AA-8016-98757A7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Kiểm tra sản phẩm trên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43933-CD96-4ADD-B030-432CA9D2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Sau Publish, luôn mở catalog và trang chi tiết để xem lại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719c5d0254e68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51EF3-7219-4E9E-9E4D-6C45308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 Vào /san-pham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3522-4959-4361-92E7-CC311616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bằng tên, màu hoặc dịp tặng.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3E9BB-6763-42C7-B7C2-765B968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 Kiểm tra danh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5270F-10DC-4D9A-A58A-80A976EA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Ảnh đại diện · tên · giá · 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1778A-1770-4777-B55F-4CE0C94E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 Mở trang chi tiết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337C9-823F-4CC4-B7F3-435ABFB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Kiểm tra thêm ảnh, mô tả, tông màu và dịp tặng.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A64CA-B250-4EED-BF09-95C1FB1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Website tự xử lý tìm kiếm, lọc danh mục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14372405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D3741-C34B-4956-BFDC-EBB926C2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Sửa, ẩn hoặc xóa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50843-731A-4B85-9345-2AB2912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Mọi thay đổi cần Publish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13086-D9AB-44A7-BA7F-4B48B777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Sửa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28E76-3AE8-4897-8510-E43D75C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245CD-1B33-464F-8874-963A771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sản phẩm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Sửa nội dung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D9395-6841-41D0-A5E6-F8F1556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44564-B200-451B-9D28-EB74C249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BAB19-DBFD-48E8-B39A-04BDA798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Tắt Đang hiển thị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Giữ lại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5FE70-9654-469D-90C2-BBBBD16E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Xóa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FD16B-EC2F-43F6-B0C3-2103B11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DD494-D14C-40DE-993D-E0F43A9F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khi chắc chắn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Delete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Xác nhận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fa02a462f43d5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c45eafd254e0f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56dada4842b2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4762500"/>
            <a:ext cx="2190750" cy="1200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A2705-4A0F-4E07-80E8-032C8AA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Ưu tiên ẩn khi hết hàng hoặc muốn tạm dừng bán.</a:t>
            </a:r>
          </a:p>
        </p:txBody>
      </p:sp>
    </p:spTree>
    <p:extLst>
      <p:ext uri="{BB962C8B-B14F-4D97-AF65-F5344CB8AC3E}">
        <p14:creationId xmlns:p14="http://schemas.microsoft.com/office/powerpoint/2010/main" val="119125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0193D-7C28-464F-965E-074FF74E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Nếu có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EE961-5BD9-40C2-94D9-AEDD1E91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Kiểm tra nhanh trước khi liên hệ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990E-43E3-4F6C-AE85-4FE92271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D2825-7476-42F0-B179-BEC7BD2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Đã nhấn Publish chưa?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B4EAA-55C6-4B81-AF8A-ACA53D8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52841-3FA7-4031-95E6-08F7ECE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15C7A-F7FB-406B-B3B9-3C032B0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Đang hiển thị trên website đã bật chưa?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F6A12-A479-456D-AD78-07116DE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6ABD-DB54-4535-9B47-2E2F892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713E2-A398-4C1A-A60F-19B7173C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Có tên, Đường dẫn và ít nhất một ảnh chưa?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5E1EE-DF7B-461E-A433-115CEDC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5847A-4D0A-49E5-9A20-5D856F4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383BA-A893-41AE-A353-3D4C871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và Dịp tặng có đúng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84864-AC47-4139-8A9B-A6F0304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03285fe4d480d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000250"/>
            <a:ext cx="2286000" cy="3714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79108-9180-4C85-A076-3DAD04A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Vẫn chưa đúng? Chụp màn hình sản phẩm trong CMS rồi gửi developer.</a:t>
            </a:r>
          </a:p>
        </p:txBody>
      </p:sp>
    </p:spTree>
    <p:extLst>
      <p:ext uri="{BB962C8B-B14F-4D97-AF65-F5344CB8AC3E}">
        <p14:creationId xmlns:p14="http://schemas.microsoft.com/office/powerpoint/2010/main" val="3132398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4D2EB-F578-414C-BAF4-393E7612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Quy trình 12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35291-D23C-4D3E-ADB7-14136F0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có thể chụp hoặc in slide này để dùng mỗi lần thêm hoa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BAEA2-2ED3-432B-AE04-83FCC4D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02CF-24AB-4DF8-A69D-18DB1DA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CMS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E59E0-AF39-4864-8E02-BC16CC06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73633-CD71-468D-8254-0FAC1B9E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74768-CE86-41A8-9702-2E8242F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1E809-AE89-4B1F-9B10-CE65CB5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Vào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33A74-7B0D-4012-9572-5605F5FC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55A65-FC1B-4B34-A4EA-D962A3BE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7855D-5AB4-4D46-9CDC-38489A7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DD1C4-C083-4807-8C77-A0FECD9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Tên + Đường dẫn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CF39A-D1A2-4C81-AC99-5C7D182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6DB0E-DE0A-4290-B0BF-CAB02D4A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Danh mục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92DEE-FC63-42BA-B11C-9620836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0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31C31-5BFF-4BA2-AEAD-D4FE73E5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1–5 ảnh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F892D-FB0B-4BBE-B5DA-F730D63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52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87DF3-D662-4C48-B23C-55DAFB1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Loại giá +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6F784-8B20-4330-AF17-5BB2B683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051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8A46D-24B2-4A9E-9314-897233D9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57F3A-96CF-48F4-AEB2-0AEF425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AB8EF-22E4-424C-A6D6-19E85862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Màu + dịp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F22F6-6316-43A2-A4DF-E8370F4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F6303-A33F-4AD4-97B4-65C1937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Bật hiển thị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25DF0-D769-4429-8E3D-B9C20F8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8D950-B24A-476C-9EE4-BFA54A5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+ kiểm 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D6196-970B-47AA-9B28-D1E1D1C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93661C-4F3C-47CE-B3F4-BD828603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Nhớ: Không cần mật khẩu Sanity riêng. Chỉ bấm Google và chọn đúng Gmail đã được mời.</a:t>
            </a:r>
          </a:p>
        </p:txBody>
      </p:sp>
    </p:spTree>
    <p:extLst>
      <p:ext uri="{BB962C8B-B14F-4D97-AF65-F5344CB8AC3E}">
        <p14:creationId xmlns:p14="http://schemas.microsoft.com/office/powerpoint/2010/main" val="34636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2026-09-25T02:59:35.7620000Z</dcterms:created>
  <dcterms:modified xsi:type="dcterms:W3CDTF">2026-09-25T02:59:35.7620000Z</dcterms:modified>
</coreProperties>
</file>