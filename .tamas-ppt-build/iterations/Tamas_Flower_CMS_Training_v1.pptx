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4924fd73ac44cc" /><Relationship Type="http://schemas.openxmlformats.org/officeDocument/2006/relationships/extended-properties" Target="/docProps/app.xml" Id="R8fbf5553e86c4c23" /><Relationship Type="http://schemas.openxmlformats.org/officeDocument/2006/relationships/officeDocument" Target="/ppt/presentation.xml" Id="R6df2e41b1ef242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fb2a2c464e4884"/>
  </p:sldMasterIdLst>
  <p:notesMasterIdLst>
    <p:notesMasterId xmlns:r="http://schemas.openxmlformats.org/officeDocument/2006/relationships" r:id="R83a493b8429e4b1d"/>
  </p:notesMasterIdLst>
  <p:sldIdLst>
    <p:sldId xmlns:r="http://schemas.openxmlformats.org/officeDocument/2006/relationships" id="256" r:id="R893de48edc524d35"/>
    <p:sldId xmlns:r="http://schemas.openxmlformats.org/officeDocument/2006/relationships" id="257" r:id="Rbd4e608b412c42e8"/>
    <p:sldId xmlns:r="http://schemas.openxmlformats.org/officeDocument/2006/relationships" id="258" r:id="Re32b8b928ca8448e"/>
    <p:sldId xmlns:r="http://schemas.openxmlformats.org/officeDocument/2006/relationships" id="259" r:id="R9df5470460a8411f"/>
    <p:sldId xmlns:r="http://schemas.openxmlformats.org/officeDocument/2006/relationships" id="260" r:id="R87a8b0c9ae5a4f79"/>
    <p:sldId xmlns:r="http://schemas.openxmlformats.org/officeDocument/2006/relationships" id="261" r:id="R639b05991fb44fb9"/>
    <p:sldId xmlns:r="http://schemas.openxmlformats.org/officeDocument/2006/relationships" id="262" r:id="R780937c020cb40e4"/>
    <p:sldId xmlns:r="http://schemas.openxmlformats.org/officeDocument/2006/relationships" id="263" r:id="R52218f669fa64a14"/>
    <p:sldId xmlns:r="http://schemas.openxmlformats.org/officeDocument/2006/relationships" id="264" r:id="R5b646b69c35b4d11"/>
    <p:sldId xmlns:r="http://schemas.openxmlformats.org/officeDocument/2006/relationships" id="265" r:id="R27df30f2458c4c6d"/>
    <p:sldId xmlns:r="http://schemas.openxmlformats.org/officeDocument/2006/relationships" id="266" r:id="R66dd8330b61e4446"/>
    <p:sldId xmlns:r="http://schemas.openxmlformats.org/officeDocument/2006/relationships" id="267" r:id="Ra77a31ce1f834295"/>
    <p:sldId xmlns:r="http://schemas.openxmlformats.org/officeDocument/2006/relationships" id="268" r:id="Rdf8d94e3e2874f25"/>
    <p:sldId xmlns:r="http://schemas.openxmlformats.org/officeDocument/2006/relationships" id="269" r:id="Rbd5ee2fc1f574f5b"/>
    <p:sldId xmlns:r="http://schemas.openxmlformats.org/officeDocument/2006/relationships" id="270" r:id="R0acfc7fb69b94295"/>
    <p:sldId xmlns:r="http://schemas.openxmlformats.org/officeDocument/2006/relationships" id="271" r:id="R6cf21b6d67384c8d"/>
    <p:sldId xmlns:r="http://schemas.openxmlformats.org/officeDocument/2006/relationships" id="272" r:id="R57e1603c215144ef"/>
    <p:sldId xmlns:r="http://schemas.openxmlformats.org/officeDocument/2006/relationships" id="273" r:id="Rd4ffdea8771841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75617ca0d4bdc" /><Relationship Type="http://schemas.openxmlformats.org/officeDocument/2006/relationships/slideMaster" Target="/ppt/slideMasters/slideMaster1.xml" Id="R5cfb2a2c464e4884" /><Relationship Type="http://schemas.openxmlformats.org/officeDocument/2006/relationships/notesMaster" Target="/ppt/notesMasters/notesMaster1.xml" Id="R83a493b8429e4b1d" /><Relationship Type="http://schemas.openxmlformats.org/officeDocument/2006/relationships/presProps" Target="/ppt/presProps.xml" Id="R5bdeab54bf354798" /><Relationship Type="http://schemas.openxmlformats.org/officeDocument/2006/relationships/tableStyles" Target="/ppt/tableStyles.xml" Id="R010c8f86a5bf472f" /><Relationship Type="http://schemas.openxmlformats.org/officeDocument/2006/relationships/slide" Target="/ppt/slides/slide1.xml" Id="R893de48edc524d35" /><Relationship Type="http://schemas.openxmlformats.org/officeDocument/2006/relationships/slide" Target="/ppt/slides/slide2.xml" Id="Rbd4e608b412c42e8" /><Relationship Type="http://schemas.openxmlformats.org/officeDocument/2006/relationships/slide" Target="/ppt/slides/slide3.xml" Id="Re32b8b928ca8448e" /><Relationship Type="http://schemas.openxmlformats.org/officeDocument/2006/relationships/slide" Target="/ppt/slides/slide4.xml" Id="R9df5470460a8411f" /><Relationship Type="http://schemas.openxmlformats.org/officeDocument/2006/relationships/slide" Target="/ppt/slides/slide5.xml" Id="R87a8b0c9ae5a4f79" /><Relationship Type="http://schemas.openxmlformats.org/officeDocument/2006/relationships/slide" Target="/ppt/slides/slide6.xml" Id="R639b05991fb44fb9" /><Relationship Type="http://schemas.openxmlformats.org/officeDocument/2006/relationships/slide" Target="/ppt/slides/slide7.xml" Id="R780937c020cb40e4" /><Relationship Type="http://schemas.openxmlformats.org/officeDocument/2006/relationships/slide" Target="/ppt/slides/slide8.xml" Id="R52218f669fa64a14" /><Relationship Type="http://schemas.openxmlformats.org/officeDocument/2006/relationships/slide" Target="/ppt/slides/slide9.xml" Id="R5b646b69c35b4d11" /><Relationship Type="http://schemas.openxmlformats.org/officeDocument/2006/relationships/slide" Target="/ppt/slides/slide10.xml" Id="R27df30f2458c4c6d" /><Relationship Type="http://schemas.openxmlformats.org/officeDocument/2006/relationships/slide" Target="/ppt/slides/slide11.xml" Id="R66dd8330b61e4446" /><Relationship Type="http://schemas.openxmlformats.org/officeDocument/2006/relationships/slide" Target="/ppt/slides/slide12.xml" Id="Ra77a31ce1f834295" /><Relationship Type="http://schemas.openxmlformats.org/officeDocument/2006/relationships/slide" Target="/ppt/slides/slide13.xml" Id="Rdf8d94e3e2874f25" /><Relationship Type="http://schemas.openxmlformats.org/officeDocument/2006/relationships/slide" Target="/ppt/slides/slide14.xml" Id="Rbd5ee2fc1f574f5b" /><Relationship Type="http://schemas.openxmlformats.org/officeDocument/2006/relationships/slide" Target="/ppt/slides/slide15.xml" Id="R0acfc7fb69b94295" /><Relationship Type="http://schemas.openxmlformats.org/officeDocument/2006/relationships/slide" Target="/ppt/slides/slide16.xml" Id="R6cf21b6d67384c8d" /><Relationship Type="http://schemas.openxmlformats.org/officeDocument/2006/relationships/slide" Target="/ppt/slides/slide17.xml" Id="R57e1603c215144ef" /><Relationship Type="http://schemas.openxmlformats.org/officeDocument/2006/relationships/slide" Target="/ppt/slides/slide18.xml" Id="Rd4ffdea87718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52a9d2b0ab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3b1a4e8c2940f8" /><Relationship Type="http://schemas.openxmlformats.org/officeDocument/2006/relationships/notesMaster" Target="/ppt/notesMasters/notesMaster1.xml" Id="R8133990bc27849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d3d5d09a9d4147" /><Relationship Type="http://schemas.openxmlformats.org/officeDocument/2006/relationships/notesMaster" Target="/ppt/notesMasters/notesMaster1.xml" Id="R5356b42f7e2f4c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2841954cac4666" /><Relationship Type="http://schemas.openxmlformats.org/officeDocument/2006/relationships/notesMaster" Target="/ppt/notesMasters/notesMaster1.xml" Id="Rd0f4ce17498e49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116306b5b74e60" /><Relationship Type="http://schemas.openxmlformats.org/officeDocument/2006/relationships/notesMaster" Target="/ppt/notesMasters/notesMaster1.xml" Id="R650092df00374e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f8732e383f4cf3" /><Relationship Type="http://schemas.openxmlformats.org/officeDocument/2006/relationships/notesMaster" Target="/ppt/notesMasters/notesMaster1.xml" Id="R227900cb3f0146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2b777ca9d54401" /><Relationship Type="http://schemas.openxmlformats.org/officeDocument/2006/relationships/notesMaster" Target="/ppt/notesMasters/notesMaster1.xml" Id="R62fa5410409743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96aa69634147db" /><Relationship Type="http://schemas.openxmlformats.org/officeDocument/2006/relationships/notesMaster" Target="/ppt/notesMasters/notesMaster1.xml" Id="R301972d15a7645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ce370ef7214900" /><Relationship Type="http://schemas.openxmlformats.org/officeDocument/2006/relationships/notesMaster" Target="/ppt/notesMasters/notesMaster1.xml" Id="R4f63aa685a5540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87d2d537ae4d8c" /><Relationship Type="http://schemas.openxmlformats.org/officeDocument/2006/relationships/notesMaster" Target="/ppt/notesMasters/notesMaster1.xml" Id="Rb81a6b343e1d46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4256418e284436" /><Relationship Type="http://schemas.openxmlformats.org/officeDocument/2006/relationships/notesMaster" Target="/ppt/notesMasters/notesMaster1.xml" Id="Re84fe4bccdb445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1e0086b59e43d3" /><Relationship Type="http://schemas.openxmlformats.org/officeDocument/2006/relationships/notesMaster" Target="/ppt/notesMasters/notesMaster1.xml" Id="R8fc45fe6464b44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327ce362684178" /><Relationship Type="http://schemas.openxmlformats.org/officeDocument/2006/relationships/notesMaster" Target="/ppt/notesMasters/notesMaster1.xml" Id="R9546f50fd6044a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a555c2d9bf4eb9" /><Relationship Type="http://schemas.openxmlformats.org/officeDocument/2006/relationships/notesMaster" Target="/ppt/notesMasters/notesMaster1.xml" Id="Rbf3a2997feab48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03b70e8d964b61" /><Relationship Type="http://schemas.openxmlformats.org/officeDocument/2006/relationships/notesMaster" Target="/ppt/notesMasters/notesMaster1.xml" Id="Ra2d3fa7e4e5b41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ed99c9e2db482a" /><Relationship Type="http://schemas.openxmlformats.org/officeDocument/2006/relationships/notesMaster" Target="/ppt/notesMasters/notesMaster1.xml" Id="R852efbbed37648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064d1943fe4ea4" /><Relationship Type="http://schemas.openxmlformats.org/officeDocument/2006/relationships/notesMaster" Target="/ppt/notesMasters/notesMaster1.xml" Id="R4256337cdad54a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d5e3dbad8d4561" /><Relationship Type="http://schemas.openxmlformats.org/officeDocument/2006/relationships/notesMaster" Target="/ppt/notesMasters/notesMaster1.xml" Id="R081a046778d742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d96c3339994a59" /><Relationship Type="http://schemas.openxmlformats.org/officeDocument/2006/relationships/notesMaster" Target="/ppt/notesMasters/notesMaster1.xml" Id="Rb0be34e63e4a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đầu: Hôm nay chị chỉ cần nhớ cách quản lý sản phẩm. Những phần kỹ thuật sẽ do developer phụ trách.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Chỉ hai link này là cần dùng hằng ngày. Website là nơi khách xem; CMS là nơi chị quản lý.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ngắn: chị chỉ nhập nội dung, sau đó bấm Publish. Website tự nhận phần còn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ảnh chụp thật ngày 25/09/2026. Trỏ vào nút Google và nhắc chị không dùng Email/password.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quyền: Sanity gắn membership với phương thức đăng nhập. Mời email cho tài khoản Google và dùng Google để đăng nhập. Nguồn: Sanity Roles, cập nhật 09/09/2026.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Sau login, vào mục Sản phẩm. Không cần chạm vào các mục cài đặt kỹ thuật.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Chưa cần nhập hoàn hảo ngay lần đầu. Đi theo đúng thứ tự này để không bỏ sót các mục cần thiết.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Chọn đúng danh mục. Trên website, Hộp hoa hiển thị với tên Flower 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trực tiếp cách kéo ba ảnh vào. Nhắc chị ảnh đầu tiên là ảnh đại diện và giới hạn tối đa là năm ảnh.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Đưa một ví dụ thật: 450000. Nói rằng chữ đ và Từ do website tự hiển thị.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thông tin màu sắc và dịp tặng giúp khách tìm ở catalog và giúp sản phẩm hiện trên trang dịp tặng phù hợp.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Khi tạm ngưng bán, tắt Đang hiển thị trên website rồi Publish. Cách này giữ lại dữ liệu để dùng lại sau.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điểm cần nói rõ để chị không hiểu nhầm. Đừng hứa bật Featured sẽ tự lên trang chủ.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Dừng lại ở thao tác Publish. Nhắc chị chỉ cần nhấn một lần rồi chờ vài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 thực tế đã được kiểm tra ở /san-pham và /san-pham/forever-pink. Khi training, cho chị tự tìm sản phẩm vừa tạo.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Xóa là thao tác cuối cùng. Luôn ưu tiên tắt Đang hiển thị trên website khi chưa chắc.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Chị không cần tự xử lý phần kỹ thuật. Nếu 4 bước này không giải quyết được, gửi ảnh chụp màn hình cho developer.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slide này. Khuyến khích chị lưu bài trình chiếu và file cheat sheet để tự xem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79474952f4d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d557ba7cff4e44" /><Relationship Type="http://schemas.openxmlformats.org/officeDocument/2006/relationships/slideLayout" Target="/ppt/slideLayouts/slideLayout1.xml" Id="R85ec7f2bacd143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ec7f2bacd143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ad123622b4dfb" /><Relationship Type="http://schemas.openxmlformats.org/officeDocument/2006/relationships/image" Target="/ppt/media/image.bin" Id="Rf06978ae3d454beb" /><Relationship Type="http://schemas.openxmlformats.org/officeDocument/2006/relationships/image" Target="/ppt/media/image.png" Id="R0493785f03534133" /><Relationship Type="http://schemas.openxmlformats.org/officeDocument/2006/relationships/notesSlide" Target="/ppt/notesSlides/notesSlide1.xml" Id="Rd4c6c8cd36034e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04881a1cb45f3" /><Relationship Type="http://schemas.openxmlformats.org/officeDocument/2006/relationships/image" Target="/ppt/media/image2.bin" Id="R2ab5443c22094a6a" /><Relationship Type="http://schemas.openxmlformats.org/officeDocument/2006/relationships/notesSlide" Target="/ppt/notesSlides/notesSlide2.xml" Id="R1914acd5e0e240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bd222e05948fd" /><Relationship Type="http://schemas.openxmlformats.org/officeDocument/2006/relationships/notesSlide" Target="/ppt/notesSlides/notesSlide3.xml" Id="R6975916fc74e4b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40cca137d4918" /><Relationship Type="http://schemas.openxmlformats.org/officeDocument/2006/relationships/image" Target="/ppt/media/image2.png" Id="R980ad523c63a40f8" /><Relationship Type="http://schemas.openxmlformats.org/officeDocument/2006/relationships/notesSlide" Target="/ppt/notesSlides/notesSlide4.xml" Id="R3b5daf967a044f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bbf0f34ca41c3" /><Relationship Type="http://schemas.openxmlformats.org/officeDocument/2006/relationships/image" Target="/ppt/media/image3.bin" Id="R9361f564727b4aaa" /><Relationship Type="http://schemas.openxmlformats.org/officeDocument/2006/relationships/notesSlide" Target="/ppt/notesSlides/notesSlide5.xml" Id="R0bc81c6360c94b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beed556514d5f" /><Relationship Type="http://schemas.openxmlformats.org/officeDocument/2006/relationships/image" Target="/ppt/media/image4.bin" Id="R68a6275547204f7c" /><Relationship Type="http://schemas.openxmlformats.org/officeDocument/2006/relationships/notesSlide" Target="/ppt/notesSlides/notesSlide6.xml" Id="R01d226f5a2b844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d6daae71146c0" /><Relationship Type="http://schemas.openxmlformats.org/officeDocument/2006/relationships/image" Target="/ppt/media/image5.bin" Id="R5d6c5fc8c85247b3" /><Relationship Type="http://schemas.openxmlformats.org/officeDocument/2006/relationships/image" Target="/ppt/media/image6.bin" Id="R0d433418bd6b4ad6" /><Relationship Type="http://schemas.openxmlformats.org/officeDocument/2006/relationships/image" Target="/ppt/media/image7.bin" Id="R38f76800d3644271" /><Relationship Type="http://schemas.openxmlformats.org/officeDocument/2006/relationships/notesSlide" Target="/ppt/notesSlides/notesSlide7.xml" Id="Rc3319d475a2448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82c1b54e14f9a" /><Relationship Type="http://schemas.openxmlformats.org/officeDocument/2006/relationships/image" Target="/ppt/media/image8.bin" Id="R661aff9a9d174a17" /><Relationship Type="http://schemas.openxmlformats.org/officeDocument/2006/relationships/notesSlide" Target="/ppt/notesSlides/notesSlide8.xml" Id="Rdaa7a68c9b3943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9eb74fbaf46f6" /><Relationship Type="http://schemas.openxmlformats.org/officeDocument/2006/relationships/image" Target="/ppt/media/image9.bin" Id="R3a2deb053e9b4a41" /><Relationship Type="http://schemas.openxmlformats.org/officeDocument/2006/relationships/image" Target="/ppt/media/image10.bin" Id="Rf311155c596a44a9" /><Relationship Type="http://schemas.openxmlformats.org/officeDocument/2006/relationships/image" Target="/ppt/media/image.jpeg" Id="R44d5abdca1e04950" /><Relationship Type="http://schemas.openxmlformats.org/officeDocument/2006/relationships/notesSlide" Target="/ppt/notesSlides/notesSlide9.xml" Id="Ra022c6c76ce943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168aea1604c9f" /><Relationship Type="http://schemas.openxmlformats.org/officeDocument/2006/relationships/image" Target="/ppt/media/image11.bin" Id="R661391fae60448f6" /><Relationship Type="http://schemas.openxmlformats.org/officeDocument/2006/relationships/notesSlide" Target="/ppt/notesSlides/notesSlide10.xml" Id="R5105fcd94c944e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20e9edf064afa" /><Relationship Type="http://schemas.openxmlformats.org/officeDocument/2006/relationships/image" Target="/ppt/media/image12.bin" Id="R28d13ed091294d18" /><Relationship Type="http://schemas.openxmlformats.org/officeDocument/2006/relationships/notesSlide" Target="/ppt/notesSlides/notesSlide11.xml" Id="R837d7d6e146c49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21fb055fd405b" /><Relationship Type="http://schemas.openxmlformats.org/officeDocument/2006/relationships/image" Target="/ppt/media/image13.bin" Id="R0d33884360254e87" /><Relationship Type="http://schemas.openxmlformats.org/officeDocument/2006/relationships/notesSlide" Target="/ppt/notesSlides/notesSlide12.xml" Id="R9246c5dc34aa42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05546db5c48d2" /><Relationship Type="http://schemas.openxmlformats.org/officeDocument/2006/relationships/image" Target="/ppt/media/image14.bin" Id="R1c85b23646ab4c0f" /><Relationship Type="http://schemas.openxmlformats.org/officeDocument/2006/relationships/notesSlide" Target="/ppt/notesSlides/notesSlide13.xml" Id="R64173f1bc4d148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1dda43214427c" /><Relationship Type="http://schemas.openxmlformats.org/officeDocument/2006/relationships/image" Target="/ppt/media/image15.bin" Id="R8e8e7c6ab7c44e57" /><Relationship Type="http://schemas.openxmlformats.org/officeDocument/2006/relationships/notesSlide" Target="/ppt/notesSlides/notesSlide14.xml" Id="R5e53a415d4584f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f6b954cb347a2" /><Relationship Type="http://schemas.openxmlformats.org/officeDocument/2006/relationships/image" Target="/ppt/media/image16.bin" Id="R6b3006c87d5841f4" /><Relationship Type="http://schemas.openxmlformats.org/officeDocument/2006/relationships/notesSlide" Target="/ppt/notesSlides/notesSlide15.xml" Id="Rb862f84eb3f547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c65d82ee14c48" /><Relationship Type="http://schemas.openxmlformats.org/officeDocument/2006/relationships/image" Target="/ppt/media/image17.bin" Id="Rac3118f2abb0432e" /><Relationship Type="http://schemas.openxmlformats.org/officeDocument/2006/relationships/image" Target="/ppt/media/image18.bin" Id="Racf614f03b9b41b2" /><Relationship Type="http://schemas.openxmlformats.org/officeDocument/2006/relationships/image" Target="/ppt/media/image19.bin" Id="Rabc10e9e0ab64818" /><Relationship Type="http://schemas.openxmlformats.org/officeDocument/2006/relationships/notesSlide" Target="/ppt/notesSlides/notesSlide16.xml" Id="R4ae7ad087d8242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e08ae397d45b0" /><Relationship Type="http://schemas.openxmlformats.org/officeDocument/2006/relationships/image" Target="/ppt/media/image20.bin" Id="R1f8ba91f396b44a9" /><Relationship Type="http://schemas.openxmlformats.org/officeDocument/2006/relationships/notesSlide" Target="/ppt/notesSlides/notesSlide17.xml" Id="R6961c5243db64c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40d0f1fd04d2b" /><Relationship Type="http://schemas.openxmlformats.org/officeDocument/2006/relationships/notesSlide" Target="/ppt/notesSlides/notesSlide18.xml" Id="Rdea92b0bae6d45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978ae3d454beb"/>
          <a:srcRect xmlns:a="http://schemas.openxmlformats.org/drawingml/2006/main" l="26863" t="0" r="26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0"/>
            <a:ext cx="5638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1F462-1AC9-4559-85AB-405D91C5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5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E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3785f03534133"/>
          <a:srcRect xmlns:a="http://schemas.openxmlformats.org/drawingml/2006/main" l="0" t="31667" r="0" b="31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52450"/>
            <a:ext cx="1143000" cy="41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EA1A8-F18B-41E7-82F7-7ECDD2C8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Tamas Flower 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37388-F596-4AD1-8E0B-C8C6C5A0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Hướng dẫn quản lý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5B3E1-C7A7-4238-B349-C446C1E3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CMS &amp;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EADD6-443E-4D1E-9F43-9C536CF1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5E43B-7BFE-45AB-8BCC-5ECDED11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Dành cho chị chủ shop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Không cần biết kỹ thuật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8C228-5784-458B-8BB1-BD23027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Bản training nội bộ · 25.09.2026</a:t>
            </a:r>
          </a:p>
        </p:txBody>
      </p:sp>
    </p:spTree>
    <p:extLst>
      <p:ext uri="{BB962C8B-B14F-4D97-AF65-F5344CB8AC3E}">
        <p14:creationId xmlns:p14="http://schemas.microsoft.com/office/powerpoint/2010/main" val="983443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2F4BE-C414-4624-A449-5E2D80D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Chị cần nhớ đúng 2 nơi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252FA-DFC3-4C07-92D4-D7705B37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Lưu cả hai link vào Dấu trang để mở lại khi cần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5443c22094a6a"/>
          <a:srcRect xmlns:a="http://schemas.openxmlformats.org/drawingml/2006/main" l="0" t="13542" r="0" b="13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05050"/>
            <a:ext cx="45720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05579-F1A0-4D68-8E8B-B5D4B7E2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E478D-9AA9-42B9-B961-F78B0E42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98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Website khách xem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529FC-AAD1-4AF6-9419-E1941976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tamas-flower-store-olive.vercel.app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7A96D-CA3B-4F88-8F2E-93391D84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575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C7918-FAB1-4823-8E44-FF655207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B765A-BA10-4125-A2F4-BBA01024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57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Trang quản lý CMS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79D31-A0C7-4DE3-9DE3-8B9389AF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tamas-flower-store-olive.vercel.app/admin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74CA7-5FCB-43E1-AEDE-33F67666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CMS là nơi chị thêm, sửa, ẩn sản phẩm.</a:t>
            </a:r>
          </a:p>
        </p:txBody>
      </p:sp>
    </p:spTree>
    <p:extLst>
      <p:ext uri="{BB962C8B-B14F-4D97-AF65-F5344CB8AC3E}">
        <p14:creationId xmlns:p14="http://schemas.microsoft.com/office/powerpoint/2010/main" val="1345463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922FF-3349-421A-9FCB-37F57A9F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Sản phẩm đi từ CMS ra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6558B-86B2-4D8E-AC0B-3E510747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cập nhật trong CMS, sau đó nhấn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4259D-8A64-4D1D-BACC-B45D1D19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4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F8AC3-E0B4-4B55-80DB-743DA2ED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3ABBE-33D8-420D-9C8E-69CC982E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57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Nhập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6505C-95FB-4369-8F95-8A9536E1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958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Tên, ảnh, giá, mô tả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35F12-9326-441D-86D3-6E0E8CAA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C08E3-3114-4B92-B6E5-15C7A4A8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06D6B-1F45-4C48-A138-C8FD6D38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Nhấn Publish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EA911-A6A7-4140-B49E-8C388DC2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958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Lưu thay đổi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3EE77-19A8-4320-BBDD-007FDA48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4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291BA-D92A-4700-9676-5007455F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24720-C28C-4839-B920-0DFBEA5F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7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Khách xem website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01BDD-2192-4554-A0C9-979B0A50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958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Catalog và trang chi tiết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3120C-CB9A-4A07-8711-202BD20B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813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A902A-B219-48E5-9769-C8D19471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813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</p:spTree>
    <p:extLst>
      <p:ext uri="{BB962C8B-B14F-4D97-AF65-F5344CB8AC3E}">
        <p14:creationId xmlns:p14="http://schemas.microsoft.com/office/powerpoint/2010/main" val="1535666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9EA45-D0F0-416B-82CA-D07BA1AE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Đăng nhập bằng Google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D833B-DBCF-47F1-B6A9-E7887730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dùng đúng Gmail đã được mời vào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1F411-7923-443F-B678-249639CB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Không cần tạo mật khẩu Sanity riêng.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ED01A-1ED4-4B15-B0CB-D2546568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1. Mở trang quản lý</a:t>
            </a:r>
          </a:p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2. Bấm Google</a:t>
            </a:r>
          </a:p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3. Chọn Gmail của chị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936DA-07BC-4821-AFC1-79E98815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Nếu không vào được, kiểm tra Gmail đó đã được mời chưa.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ad523c63a40f8"/>
          <a:srcRect xmlns:a="http://schemas.openxmlformats.org/drawingml/2006/main" l="5966" t="0" r="5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0" y="1600200"/>
            <a:ext cx="590550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5BBE3-7BF5-4ED1-A1EB-CED705DC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48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5BFB5-3DB5-4BDD-BED9-31A26AB2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Bấm Google</a:t>
            </a:r>
          </a:p>
        </p:txBody>
      </p:sp>
    </p:spTree>
    <p:extLst>
      <p:ext uri="{BB962C8B-B14F-4D97-AF65-F5344CB8AC3E}">
        <p14:creationId xmlns:p14="http://schemas.microsoft.com/office/powerpoint/2010/main" val="486116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78042-C359-44A5-99F5-C8A2AC2F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Mời đúng Gmail là đủ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C865D-82D1-43BD-BE1B-331622E0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Không cấp một bộ mật khẩu Sanity khác cho chị chủ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1f564727b4aaa"/>
          <a:srcRect xmlns:a="http://schemas.openxmlformats.org/drawingml/2006/main" l="0" t="1429" r="0" b="1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38375"/>
            <a:ext cx="3333750" cy="3238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3309-F0DD-4631-9E34-35A0C9F9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NGƯỜI QUẢN LÝ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E26CB-9C17-493A-A44B-7956803C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Mời Gmail của chị vào</a:t>
            </a:r>
          </a:p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Sanity Manage → Project → Members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F383C-18C5-48E0-99FA-C3302EBE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566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29638-D873-46C1-B562-D25E1E74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CHỊ CHỦ 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171B5-3C0A-477E-ADFF-D11C8EFE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29075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Mở /admin → bấm Google → chọn đúng Gmail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8F377-1EAA-4289-BF93-B78AC74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29175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Trên gói có Editor: dùng Editor.</a:t>
            </a:r>
          </a:p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Nếu project đang Free: Viewer không thể Publish; cần cân nhắc quyền Administrator hoặc nâng gói.</a:t>
            </a:r>
          </a:p>
        </p:txBody>
      </p:sp>
    </p:spTree>
    <p:extLst>
      <p:ext uri="{BB962C8B-B14F-4D97-AF65-F5344CB8AC3E}">
        <p14:creationId xmlns:p14="http://schemas.microsoft.com/office/powerpoint/2010/main" val="1535680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A7A94-85EB-4E07-AC21-FFCA09DF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Khu vực chị dùng hằng ngày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98D6D-BB5E-4A3F-A1EB-41D725E7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chỉ cần vào mục Sản phẩm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6275547204f7c"/>
          <a:srcRect xmlns:a="http://schemas.openxmlformats.org/drawingml/2006/main" l="1940" t="0" r="1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562100"/>
            <a:ext cx="424815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6EBB4-CF3A-498F-ADA3-C7F1442D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595E6-45E1-4C80-B2FE-846175A9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Tất cả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2272C-A9CF-470B-9570-E95DF2E7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Tìm sản phẩm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để sửa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Create để thêm mới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 để lưu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F3EE9-BAA6-42EC-AC92-A5909F80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Không vào Settings, Tokens, API hay các phần cài đặt khác.</a:t>
            </a:r>
          </a:p>
        </p:txBody>
      </p:sp>
    </p:spTree>
    <p:extLst>
      <p:ext uri="{BB962C8B-B14F-4D97-AF65-F5344CB8AC3E}">
        <p14:creationId xmlns:p14="http://schemas.microsoft.com/office/powerpoint/2010/main" val="1076785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1AAB1-A638-41D1-AAC8-57FFE10E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Tạo một sản phẩm mới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FF2B6-E76D-48CD-9406-2BEADE05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điền lần lượt, rồi Publish một lần ở cuối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154B7-EBEC-4154-BCCF-6AE08A4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68BFC-DD60-4A84-B3BC-62A9B8A1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Create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5D1BC-418F-4429-9563-C7787751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5A47C-E3F9-40E4-81FB-C95A045C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83990-827B-49E9-9836-6118B545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Tên + Đường dẫn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A6F68-09B7-4F5C-AAB8-FEC3F358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A404D-4AE5-4C03-B8AA-6714DD9B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23B30-F81A-4160-8692-421A6D5D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Danh mục + ảnh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21038-4657-43E1-9E3B-9E08B6C6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1A1B3-8FD7-473C-BD01-2F116B9E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2092F-DF11-43E1-A8AF-F44E185F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+ mô tả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45356-2396-42C7-ADB3-3A49BAC1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DCE9D-BCF5-4354-95EB-2D5A30EC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467F3-6E30-4F6C-B101-F7A97496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c5fc8c85247b3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4029075"/>
            <a:ext cx="2667000" cy="169545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33418bd6b4ad6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4029075"/>
            <a:ext cx="2667000" cy="16954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76800d3644271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4029075"/>
            <a:ext cx="2667000" cy="1695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72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FF003-9FAE-44E3-962A-9ADCEFBA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Tên, Đường dẫn và Danh mục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E13DA-847F-4173-AA96-FE6047AB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Danh mục quyết định khách tìm thấy sản phẩm ở đâu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C80E0-218D-4425-8083-A53DF8AC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Tên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7517C-81F4-43C9-AA63-A57677B6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Ví dụ: Bó hoa Pink Love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B2DA1-5541-47B6-ACB7-F854761A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Đường dẫn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ECEF6-50D9-45FC-A440-FBC3DB4A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Tạo từ tên sản phẩm. Không tự đổi đường dẫn của mẫu đang bán nếu không cần.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F2572-5956-4809-902F-77AD4813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Danh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D0D1F-47B4-49A8-8C2C-BB1D9F89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19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1.  Hoa tươi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8B97E-867D-49A6-883F-42D4D19D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09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2.  Hoa sáp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E1664-73CD-45AA-B32F-B75F3929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004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3.  Hoa lụa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A4A64-5A7B-43A8-9531-E8290126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19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4.  Hoa len &amp; gấu bông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D2BB2-6F61-4BB1-8CCA-4D53E359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9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5.  Hộp hoa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BFC77-3E9F-487D-AC64-D3DFD77F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004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6.  Hoa cưới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aff9a9d174a17"/>
          <a:srcRect xmlns:a="http://schemas.openxmlformats.org/drawingml/2006/main" l="15385" t="0" r="153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1952625"/>
            <a:ext cx="25717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34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B47C1-0B68-4A45-890E-ADC15B0A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Hình ảnh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F99E9-F3ED-46B3-AC07-F50B4587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Một sản phẩm có từ 1 đến 5 ảnh. Ảnh đầu tiên là ảnh đại diện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deb053e9b4a41"/>
          <a:srcRect xmlns:a="http://schemas.openxmlformats.org/drawingml/2006/main" l="0" t="14706" r="0" b="1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90750"/>
            <a:ext cx="485775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1BB1C-B041-4E87-8150-257BA1F2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92377-5039-48E3-A79A-584D6AF0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Ảnh đầu tiên</a:t>
            </a:r>
          </a:p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Dùng làm ảnh đại diện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1155c596a44a9"/>
          <a:srcRect xmlns:a="http://schemas.openxmlformats.org/drawingml/2006/main" l="7692" t="0" r="76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190750"/>
            <a:ext cx="2095500" cy="2476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5abdca1e04950"/>
          <a:srcRect xmlns:a="http://schemas.openxmlformats.org/drawingml/2006/main" l="7692" t="0" r="76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2190750"/>
            <a:ext cx="2095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3911A-DAD8-42F3-B5A6-8F37D0D6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Ưu tiên ảnh rõ, đủ sáng, ảnh dọc và không có giá cũ. Không dùng screenshot Facebook hay ảnh mờ.</a:t>
            </a:r>
          </a:p>
        </p:txBody>
      </p:sp>
    </p:spTree>
    <p:extLst>
      <p:ext uri="{BB962C8B-B14F-4D97-AF65-F5344CB8AC3E}">
        <p14:creationId xmlns:p14="http://schemas.microsoft.com/office/powerpoint/2010/main" val="998278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AB897-26E5-4DA1-97F1-1F648D64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1520E-AB8E-439B-8F3A-08522728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Chọn Loại giá trước, rồi điền Giá khi cần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B4D94-6488-4003-A1B3-12D3475E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cố định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E5267-3F59-4769-86DC-079862D3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19B18-3321-402F-AC6D-8A113C7C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450000</a:t>
            </a:r>
          </a:p>
          <a:p xmlns:a="http://schemas.openxmlformats.org/drawingml/2006/main">
            <a:pPr>
              <a:defRPr sz="187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→ 450.000đ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1B5CB-7FBD-4171-870D-472F8149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Giá từ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7AB96-6A2B-4B9F-8F0D-2E5DCCC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F1DE0-6C7B-4F0F-8DF7-3348328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300000</a:t>
            </a:r>
          </a:p>
          <a:p xmlns:a="http://schemas.openxmlformats.org/drawingml/2006/main">
            <a:pPr>
              <a:defRPr sz="187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→ Từ 300.000đ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3B89D-AD3E-4287-A816-960BE28E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Liên hệ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3B2A9-18C3-49A7-A181-92CF722C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2CAC4-7D22-4445-AB2F-838DF49F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Không nhập giá</a:t>
            </a:r>
          </a:p>
          <a:p xmlns:a="http://schemas.openxmlformats.org/drawingml/2006/main">
            <a:pPr>
              <a:defRPr sz="187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→ Liên hệ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76391-F62B-4D95-B1AB-9E8C0183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Chỉ nhập số. Không nhập dấu chấm, chữ “đ” hay chữ “Từ” vào ô Giá.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391fae60448f6"/>
          <a:srcRect xmlns:a="http://schemas.openxmlformats.org/drawingml/2006/main" l="22727" t="0" r="22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2095500"/>
            <a:ext cx="171450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846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1AD4A-50C6-447E-B523-C03F8D93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Thông tin giúp khách hiểu mẫu hoa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EA80D-F0D3-4578-AFA3-EE13A4D9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Mô tả ngắn, mô tả chi tiết, tông màu và dịp tặng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13ed091294d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2154D-9995-44D7-8207-B7697A43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Mô tả ngắn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EB204-5CF6-4F73-B21B-7E0E339C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 đến 3 câu, ví dụ:</a:t>
            </a:r>
          </a:p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Bó hoa tone hồng nhẹ nhàng, phù hợp sinh nhật và kỷ niệm.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C96BF-D1E6-44ED-8BCB-7B906D62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71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Mô tả chi tiết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0EE82-BE6D-4421-BAC3-E9191B9A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71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Ghi thêm loại hoa, tone màu, ý nghĩa hoặc lưu ý đặt trước.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DF41F-FBC1-45EF-8487-94DA6B26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0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Tông màu &amp; Dịp tặng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C252F-AF77-43ED-B75D-FF603213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2922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Ví dụ: Hồng, Kem · Sinh nhật, Tình yêu</a:t>
            </a:r>
          </a:p>
        </p:txBody>
      </p:sp>
    </p:spTree>
    <p:extLst>
      <p:ext uri="{BB962C8B-B14F-4D97-AF65-F5344CB8AC3E}">
        <p14:creationId xmlns:p14="http://schemas.microsoft.com/office/powerpoint/2010/main" val="164418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EEB97-869A-4285-8032-0C76A9C7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Bật và tắt hiển thị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9658A-84F9-4511-980C-98DFF521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Đây là cách an toàn để tạm ngừng bán một sản phẩm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3884360254e87"/>
          <a:srcRect xmlns:a="http://schemas.openxmlformats.org/drawingml/2006/main" l="1250" t="0" r="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076450"/>
            <a:ext cx="3714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716C0-16BD-4DD2-B9AC-10AD9808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08555-521E-4C31-BB21-E43E76E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Bật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8127C-5EA0-46D1-929C-A65FF1C5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Khách nhìn thấy trên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2A3E5-0D5A-40C4-8B6B-CB39CDF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8142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B257D-A90E-4AF8-BB2F-7704198C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CE76D-8FC3-48F3-A59F-2AF2CE1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52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Tắt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DBFFF-22A9-4D24-9940-4FC0D1A2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Sản phẩm vẫn nằm trong CMS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nhưng khách không thấy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3A34B-7822-456A-BD1E-8B8D119B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293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Hết hàng? Ưu tiên tắt hiển thị thay vì xóa.</a:t>
            </a:r>
          </a:p>
        </p:txBody>
      </p:sp>
    </p:spTree>
    <p:extLst>
      <p:ext uri="{BB962C8B-B14F-4D97-AF65-F5344CB8AC3E}">
        <p14:creationId xmlns:p14="http://schemas.microsoft.com/office/powerpoint/2010/main" val="5341625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4367F-E35A-4965-9B6D-6D671C99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Sản phẩm nổi bật ở trang chủ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150FA-F27A-4BA6-90AD-A0AB50B5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Trang chủ có danh sách chọn riêng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5b23646ab4c0f"/>
          <a:srcRect xmlns:a="http://schemas.openxmlformats.org/drawingml/2006/main" l="11250" t="0" r="1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76450"/>
            <a:ext cx="2952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6C11D-F420-42E6-8DBE-FF08CB85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Trong 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7B590-6DBB-405E-B0FC-868AAAEE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Ô “Sản phẩm nổi bật”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chỉ là một đánh dấu trong sản phẩm.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0DD6D-A714-4781-AF6B-42FAC9B2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5EE21-EA4E-4339-9228-712D310C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Trong Trang chủ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E2486-CD42-4707-AE6D-2E15F5DC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Mục “Sản phẩm hiển thị trên trang chủ”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chọn riêng tối đa 3 mẫu.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6FDA2-F76E-4ECE-8C1A-BD245D76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483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Vì vậy, muốn đổi khu “Được yêu thích tại Tamas”, chọn trong mục Trang chủ hoặc nhờ developer hỗ trợ.</a:t>
            </a:r>
          </a:p>
        </p:txBody>
      </p:sp>
    </p:spTree>
    <p:extLst>
      <p:ext uri="{BB962C8B-B14F-4D97-AF65-F5344CB8AC3E}">
        <p14:creationId xmlns:p14="http://schemas.microsoft.com/office/powerpoint/2010/main" val="20764597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e7c6ab7c44e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5A10A-E98D-4319-9EC2-88978433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32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E8C0B-0141-472C-A159-9F2DC02F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4500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CE02C-6C51-4E26-9AB9-993D8C97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Sau khi kiểm tra xong, chị nhấn Publish để lưu và đưa thông tin mới lên website.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66373-5336-48C1-960D-8DE9F274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19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A65F6B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647D0-65B5-4BFF-8DF9-28CD0990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3430F-D027-403A-8540-833ABAC5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4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8F4EE"/>
                </a:solidFill>
                <a:latin typeface="Arial"/>
                <a:ea typeface="Arial"/>
                <a:cs typeface="Arial"/>
              </a:rPr>
              <a:t>Thông thường website cập nhật sau vài giây.</a:t>
            </a:r>
          </a:p>
        </p:txBody>
      </p:sp>
    </p:spTree>
    <p:extLst>
      <p:ext uri="{BB962C8B-B14F-4D97-AF65-F5344CB8AC3E}">
        <p14:creationId xmlns:p14="http://schemas.microsoft.com/office/powerpoint/2010/main" val="15020261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05DB5-724C-4DFD-9539-4D450672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Kiểm tra sản phẩm trên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E09B5-0DBB-4A1D-BDEC-1FFB475D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Sau Publish, luôn mở catalog và trang chi tiết để xem lại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006c87d5841f4"/>
          <a:srcRect xmlns:a="http://schemas.openxmlformats.org/drawingml/2006/main" l="7143" t="0" r="7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09800"/>
            <a:ext cx="28575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AA1EE-9BC3-40E5-BEDB-B26F051A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1. Vào /san-pham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B0C76-6946-4819-BBFB-B1BA6737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Tìm bằng tên, màu hoặc dịp tặng.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FA719-0E7A-476A-AB3C-CC5A62BC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86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2. Kiểm tra danh sách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C531B-2FCB-4B77-A9D6-2407EC42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862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Ảnh đại diện · tên · giá · danh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D6DBD-7978-493D-AC92-7672E951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05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3. Mở trang chi tiết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3849E-3BBA-4228-9567-791F1A00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054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Kiểm tra thêm ảnh, mô tả, tông màu và dịp tặng.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F3709-974E-4F62-AE96-C6EF94A2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Website tự xử lý tìm kiếm, lọc danh mục và phân trang.</a:t>
            </a:r>
          </a:p>
        </p:txBody>
      </p:sp>
    </p:spTree>
    <p:extLst>
      <p:ext uri="{BB962C8B-B14F-4D97-AF65-F5344CB8AC3E}">
        <p14:creationId xmlns:p14="http://schemas.microsoft.com/office/powerpoint/2010/main" val="13814169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B09BE-B0E9-49E3-86E4-2DC73919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Sửa, ẩn hoặc xóa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77F04-7328-4D2E-B181-F105DA3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Mọi thay đổi cần Publish lại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09B0E-BA4B-4C43-835B-21985672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Sửa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174B3-A285-4B1D-94EE-C87EAB35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E901D-60C7-4586-8923-79A6AD13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sản phẩm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Sửa nội dung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5EAD2-56DF-409B-B0FA-3C0F0FEE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Ẩn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9D8B6-1729-4846-99D7-8ADDFCA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E9EE4-B3DE-4A35-9B0F-3759DF05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Tắt Đang hiển thị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Giữ lại 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5CABF-284B-4175-851C-01B987B9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Xóa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E8A3B-E36A-4DBD-9B1A-4D052D7C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8C4DE-C3DD-44E3-BE29-13645F75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Chỉ khi chắc chắn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Delete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Xác nhận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118f2abb0432e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4762500"/>
            <a:ext cx="2190750" cy="12001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614f03b9b41b2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4762500"/>
            <a:ext cx="2190750" cy="12001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10e9e0ab64818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0" y="4762500"/>
            <a:ext cx="2190750" cy="1200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B8EFA-369B-415B-850C-91334F57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Ưu tiên ẩn khi hết hàng hoặc muốn tạm dừng bán.</a:t>
            </a:r>
          </a:p>
        </p:txBody>
      </p:sp>
    </p:spTree>
    <p:extLst>
      <p:ext uri="{BB962C8B-B14F-4D97-AF65-F5344CB8AC3E}">
        <p14:creationId xmlns:p14="http://schemas.microsoft.com/office/powerpoint/2010/main" val="5405543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E4145-D379-4791-A0D0-EB85DC7D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Nếu có vấn đề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1CB40-ABD0-46B8-9896-CF7B4C67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Kiểm tra nhanh trước khi liên hệ developer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EFE96-8392-4645-8D73-EE0456BF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97331-2D2F-428F-A4AD-81897B9A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Đã nhấn Publish chưa?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00116-B34F-478C-8CFB-95D54A28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03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F0886-EF0A-461B-84CE-DEE17986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DE813-5D5B-4625-AACD-D1567BB9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Đang hiển thị trên website đã bật chưa?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4C274-49E0-4EAD-AB41-DE405CAE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194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51DD9-8654-406D-B9F2-43A0EC0A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B1CF6-AC89-4684-AB35-61AAC988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3380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Có tên, Đường dẫn và ít nhất một ảnh chưa?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FC903-FD1F-4F5A-A769-B2573FFD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DA963-9B31-4E32-90BA-A7176085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6DA31-F48B-46A1-83F8-83E6711E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529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Danh mục và Dịp tặng có đúng không?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393A3-C527-43ED-AB18-8E30D4EB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ba91f396b44a9"/>
          <a:srcRect xmlns:a="http://schemas.openxmlformats.org/drawingml/2006/main" l="19231" t="0" r="192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000250"/>
            <a:ext cx="2286000" cy="3714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FF629-A1E5-4E6E-A0C8-1B1C71EB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Vẫn chưa đúng? Chụp màn hình sản phẩm trong CMS rồi gửi developer.</a:t>
            </a:r>
          </a:p>
        </p:txBody>
      </p:sp>
    </p:spTree>
    <p:extLst>
      <p:ext uri="{BB962C8B-B14F-4D97-AF65-F5344CB8AC3E}">
        <p14:creationId xmlns:p14="http://schemas.microsoft.com/office/powerpoint/2010/main" val="14571585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E42D32-3B3D-411F-9C60-40303450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Quy trình 12 bước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3315C-D63E-4B83-821B-B1D9484C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có thể chụp hoặc in slide này để dùng mỗi lần thêm hoa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3789D-288E-4A02-8617-BA238D9A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7C2B5-6739-40EC-B060-5117973D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19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CMS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CEF38-CE4E-471C-945D-759B6672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117A8-112E-4E9D-87DD-7364F88E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71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Bấm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0E3C9-F235-4D4A-B84B-B8FC71FF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A963B-0E16-49CC-932F-006FE7A9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42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Vào Sản phẩm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761C3-EEE4-41B9-A2FD-AEBCFDF2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D4CD6-37BF-467E-8CD6-A37A8873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Chọn 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0CBD9-DEB5-44FC-9C23-4501067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DE4CB-5794-4F64-A91F-97A4E62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Tên + Đường dẫn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610BE-C649-452D-BC9A-88790BEB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11F04-0712-44A2-81F4-6B4998C7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815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Danh mục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82A34-4659-4EF1-B7DF-3662A29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4EB95-5095-44D6-BE86-5CEDC417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19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1–5 ảnh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69E4A-827C-4D6F-A9D3-4E53909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72573-C08E-4CD0-955D-8AA79F72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71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Loại giá + giá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936CD-1673-498E-861D-E5F4E3F6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7D4A0-DB8E-4C53-9C90-5CA769A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242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Mô tả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EE22E-9E11-4BEA-973A-2137A96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711EA-B335-4FBB-9336-40DB172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766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Màu + dịp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05BEF-CD66-4806-A7EB-88B8B9C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62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3FF61-015D-4B1B-A816-FC18D6AF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29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Bật hiển thị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51E18B-6E4D-43F7-A07E-E6A4E26F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14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D16F3-F27D-4815-BB77-E3F1BD78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815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 + kiểm tra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F34391-6EBE-470E-9528-6D6F79AB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87794-5676-4E93-8699-1D94B410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Nhớ: Không cần mật khẩu Sanity riêng. Chỉ bấm Google và chọn đúng Gmail đã được mời.</a:t>
            </a:r>
          </a:p>
        </p:txBody>
      </p:sp>
    </p:spTree>
    <p:extLst>
      <p:ext uri="{BB962C8B-B14F-4D97-AF65-F5344CB8AC3E}">
        <p14:creationId xmlns:p14="http://schemas.microsoft.com/office/powerpoint/2010/main" val="1867866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2026-09-25T02:54:58.0500000Z</dcterms:created>
  <dcterms:modified xsi:type="dcterms:W3CDTF">2026-09-25T02:54:58.0500000Z</dcterms:modified>
</coreProperties>
</file>